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1" r:id="rId2"/>
    <p:sldId id="262" r:id="rId3"/>
    <p:sldId id="263" r:id="rId4"/>
    <p:sldId id="265" r:id="rId5"/>
    <p:sldId id="269" r:id="rId6"/>
    <p:sldId id="267" r:id="rId7"/>
    <p:sldId id="268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99"/>
    <p:restoredTop sz="91405"/>
  </p:normalViewPr>
  <p:slideViewPr>
    <p:cSldViewPr snapToGrid="0" snapToObjects="1">
      <p:cViewPr varScale="1">
        <p:scale>
          <a:sx n="73" d="100"/>
          <a:sy n="73" d="100"/>
        </p:scale>
        <p:origin x="23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B0166-7DA8-4040-98E7-81186BCABFDE}" type="datetimeFigureOut">
              <a:rPr lang="en-US" smtClean="0"/>
              <a:t>1/31/26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EE96B-D67E-F041-AACE-799DE4D64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hyperlink" Target="https://rammy.fi/en/rammy-snowblower-155-utv-pro-3/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zips.com/products/winches-cables/winch-parts/winch-tensioners" TargetMode="External"/><Relationship Id="rId13" Type="http://schemas.openxmlformats.org/officeDocument/2006/relationships/image" Target="../media/image25.png"/><Relationship Id="rId18" Type="http://schemas.openxmlformats.org/officeDocument/2006/relationships/image" Target="../media/image30.jpeg"/><Relationship Id="rId3" Type="http://schemas.openxmlformats.org/officeDocument/2006/relationships/hyperlink" Target="https://www.youtube.com/watch?v=QB3OdEiAtSg" TargetMode="External"/><Relationship Id="rId7" Type="http://schemas.openxmlformats.org/officeDocument/2006/relationships/hyperlink" Target="https://www.youtube.com/watch?v=JiPT2l71U3U" TargetMode="External"/><Relationship Id="rId12" Type="http://schemas.openxmlformats.org/officeDocument/2006/relationships/image" Target="../media/image24.png"/><Relationship Id="rId17" Type="http://schemas.openxmlformats.org/officeDocument/2006/relationships/image" Target="../media/image29.jpeg"/><Relationship Id="rId2" Type="http://schemas.openxmlformats.org/officeDocument/2006/relationships/hyperlink" Target="https://www.youtube.com/watch?v=walB-pyDaYE" TargetMode="Externa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SzYsjSwWq0" TargetMode="External"/><Relationship Id="rId11" Type="http://schemas.openxmlformats.org/officeDocument/2006/relationships/image" Target="../media/image23.png"/><Relationship Id="rId5" Type="http://schemas.openxmlformats.org/officeDocument/2006/relationships/hyperlink" Target="https://www.youtube.com/watch?v=lIwT-UqNNQw" TargetMode="External"/><Relationship Id="rId15" Type="http://schemas.openxmlformats.org/officeDocument/2006/relationships/image" Target="../media/image27.png"/><Relationship Id="rId10" Type="http://schemas.openxmlformats.org/officeDocument/2006/relationships/hyperlink" Target="https://www.youtube.com/watch?v=oim648rsuI8" TargetMode="External"/><Relationship Id="rId19" Type="http://schemas.openxmlformats.org/officeDocument/2006/relationships/image" Target="../media/image31.png"/><Relationship Id="rId4" Type="http://schemas.openxmlformats.org/officeDocument/2006/relationships/hyperlink" Target="https://www.youtube.com/watch?v=xptbCmz50AE" TargetMode="External"/><Relationship Id="rId9" Type="http://schemas.openxmlformats.org/officeDocument/2006/relationships/hyperlink" Target="https://www.youtube.com/watch?v=b4dRQ-H7ffM" TargetMode="External"/><Relationship Id="rId1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www.everythingpolarisranger.com/polaris-ranger-utv-winch-auto-stop-fairlead-kit-by-superatv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snoway.com/" TargetMode="External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Relationship Id="rId9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0obvIOD0fKY" TargetMode="External"/><Relationship Id="rId4" Type="http://schemas.openxmlformats.org/officeDocument/2006/relationships/hyperlink" Target="https://www.greenworkstools.com/products/80v-12-cordless-battery-snow-shovel-w-4-0ah-battery-6a-charg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5" y="3800819"/>
            <a:ext cx="502369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Missing lamp/light.</a:t>
            </a:r>
          </a:p>
          <a:p>
            <a:endParaRPr lang="en-US" sz="1400" dirty="0"/>
          </a:p>
          <a:p>
            <a:r>
              <a:rPr lang="en-US" sz="1400" dirty="0"/>
              <a:t>The manual shows copyright year 2001.</a:t>
            </a:r>
          </a:p>
          <a:p>
            <a:r>
              <a:rPr lang="en-US" sz="1400" dirty="0"/>
              <a:t>Honda Engine Serial # GCAE-2072409</a:t>
            </a:r>
          </a:p>
          <a:p>
            <a:r>
              <a:rPr lang="en-US" sz="1400" dirty="0"/>
              <a:t>The label on the frame says that </a:t>
            </a:r>
          </a:p>
          <a:p>
            <a:r>
              <a:rPr lang="en-US" sz="1400" dirty="0"/>
              <a:t>it meets the US "EPA SNRE PH2 2007",</a:t>
            </a:r>
          </a:p>
          <a:p>
            <a:r>
              <a:rPr lang="en-US" sz="1400" dirty="0"/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68967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4630677"/>
            <a:ext cx="4605969" cy="1541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3356167"/>
            <a:ext cx="368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UTV Snow Blower</a:t>
            </a:r>
          </a:p>
          <a:p>
            <a:r>
              <a:rPr lang="en-US" sz="2000" b="1" dirty="0"/>
              <a:t>Our XUV590M is 56.5" wide</a:t>
            </a:r>
          </a:p>
          <a:p>
            <a:endParaRPr 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7CB0B-F1C1-1A54-C7D9-077761FEBD33}"/>
              </a:ext>
            </a:extLst>
          </p:cNvPr>
          <p:cNvSpPr txBox="1"/>
          <p:nvPr/>
        </p:nvSpPr>
        <p:spPr>
          <a:xfrm>
            <a:off x="143219" y="1213966"/>
            <a:ext cx="3110344" cy="17851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Rammy 155 UTV PRO </a:t>
            </a:r>
            <a:br>
              <a:rPr lang="en-US" sz="2000" dirty="0"/>
            </a:br>
            <a:r>
              <a:rPr lang="en-US" sz="2000" dirty="0"/>
              <a:t>$6,400</a:t>
            </a:r>
          </a:p>
          <a:p>
            <a:r>
              <a:rPr lang="en-US" dirty="0"/>
              <a:t>61" width (155 cm)</a:t>
            </a:r>
          </a:p>
          <a:p>
            <a:r>
              <a:rPr lang="en-US" dirty="0"/>
              <a:t>420cc Briggs &amp; </a:t>
            </a:r>
            <a:r>
              <a:rPr lang="en-US" dirty="0">
                <a:ln>
                  <a:solidFill>
                    <a:srgbClr val="FF0000"/>
                  </a:solidFill>
                </a:ln>
              </a:rPr>
              <a:t>Stratton</a:t>
            </a:r>
            <a:br>
              <a:rPr lang="en-US" sz="2000" dirty="0"/>
            </a:br>
            <a:r>
              <a:rPr lang="en-US" dirty="0">
                <a:hlinkClick r:id="rId2"/>
              </a:rPr>
              <a:t>https://rammy.fi/en/rammy-snowblower-155-utv-pro-3/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FB43DF-49FE-58F1-610B-E4A910C2F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508744" y="426190"/>
            <a:ext cx="3514382" cy="2342921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DF7E30-C9D8-42C9-3C68-C919667FA0BC}"/>
              </a:ext>
            </a:extLst>
          </p:cNvPr>
          <p:cNvSpPr txBox="1"/>
          <p:nvPr/>
        </p:nvSpPr>
        <p:spPr>
          <a:xfrm>
            <a:off x="5265935" y="3429000"/>
            <a:ext cx="6581057" cy="31700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 err="1"/>
              <a:t>Bercomac</a:t>
            </a:r>
            <a:r>
              <a:rPr lang="en-US" sz="2000" dirty="0"/>
              <a:t> Versatile Plus 54" (20HP Honda engine)</a:t>
            </a:r>
          </a:p>
          <a:p>
            <a:r>
              <a:rPr lang="en-US" sz="2000" dirty="0"/>
              <a:t>    $7K</a:t>
            </a:r>
          </a:p>
          <a:p>
            <a:r>
              <a:rPr lang="en-US" sz="2000" dirty="0" err="1"/>
              <a:t>Bercomac</a:t>
            </a:r>
            <a:r>
              <a:rPr lang="en-US" sz="2000" dirty="0"/>
              <a:t> Premium 54" (22-24HP Honda engine)</a:t>
            </a:r>
          </a:p>
          <a:p>
            <a:r>
              <a:rPr lang="en-US" sz="2000" dirty="0"/>
              <a:t>    $8,500</a:t>
            </a:r>
          </a:p>
          <a:p>
            <a:r>
              <a:rPr lang="en-US" sz="2000" dirty="0"/>
              <a:t>Rammy 155 UTV PRO (61"/155cm, 420cc Briggs &amp; Stratton)</a:t>
            </a:r>
          </a:p>
          <a:p>
            <a:r>
              <a:rPr lang="en-US" sz="2000" dirty="0"/>
              <a:t>    $6,400</a:t>
            </a:r>
          </a:p>
          <a:p>
            <a:r>
              <a:rPr lang="en-US" sz="2000" dirty="0"/>
              <a:t>Erskine 60" (SB300 Hydraulic model)</a:t>
            </a:r>
          </a:p>
          <a:p>
            <a:r>
              <a:rPr lang="en-US" sz="2000" dirty="0"/>
              <a:t>    The 78" hydraulic version is $8,500</a:t>
            </a:r>
          </a:p>
          <a:p>
            <a:r>
              <a:rPr lang="en-US" sz="2000" dirty="0" err="1"/>
              <a:t>Bercomac</a:t>
            </a:r>
            <a:r>
              <a:rPr lang="en-US" sz="2000" dirty="0"/>
              <a:t> Vantage 66"</a:t>
            </a:r>
          </a:p>
          <a:p>
            <a:r>
              <a:rPr lang="en-US" sz="2000" dirty="0"/>
              <a:t>    $8,500</a:t>
            </a:r>
          </a:p>
        </p:txBody>
      </p:sp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7715-02AD-2BF2-57F2-87946916F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D892CB-7927-59CC-01DA-D27873B98074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1B3C79-FA91-C923-FE87-66DF5C6D049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16A62944-E1DE-353F-B407-DDC9A345E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C7BD3E4-3908-F793-2263-CD32EC708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57735" y="2930134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B61F1530-92D8-0518-E869-D9328D19F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6E0EC079-8AC0-6603-B519-B6B39637A6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8BFE2132-D283-D4DB-B238-A6344AEC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69F292-8D90-D01B-935A-E6F1EEA85DCA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A10268-192D-733D-033A-56B2EBCD98C4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919BD11-3DDB-8E57-7ED5-8B6F292CD4FA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0056" y="5229056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280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60472" y="181050"/>
            <a:ext cx="4850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Solutions to prevent the winch and cable </a:t>
            </a: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breaking when plowing</a:t>
            </a:r>
          </a:p>
          <a:p>
            <a:endParaRPr lang="en-US" sz="1400" b="1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angle, brackets, pulleys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1.1 - mount the winch higher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https://www.youtube.com/watch?v=walB-pyDaYE</a:t>
            </a:r>
            <a:endParaRPr 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or change the hook point: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https://www.youtube.com/watch?v=QB3OdEiAtSg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1.2 - use brackets with blocks and pulleys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https://www.youtube.com/watch?v=xptbCmz50AE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https://www.youtube.com/watch?v=lIwT-UqNNQw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Prevent cable tangling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2.1 - use a spring to keep tension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using leaf spring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https://www.youtube.com/watch?v=MSzYsjSwWq0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commercial tensioner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https://www.youtube.com/watch?v=JiPT2l71U3U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https://zips.com/products/winches-cables/winch-parts/winch-tensioners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2.2 - use a synthetic rope or flat tow strap instead of the metal cable.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Use a "roller fairlead" for synthetic line, or use "hawse fairlead" for flat strap to avoid tangling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https://www.youtube.com/watch?v=b4dRQ-H7ffM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https://www.youtube.com/watch?v=oim648rsuI8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</p:txBody>
      </p:sp>
      <p:pic>
        <p:nvPicPr>
          <p:cNvPr id="3" name="Google Shape;60;p14">
            <a:extLst>
              <a:ext uri="{FF2B5EF4-FFF2-40B4-BE49-F238E27FC236}">
                <a16:creationId xmlns:a16="http://schemas.microsoft.com/office/drawing/2014/main" id="{2F578B0C-8343-3977-3901-9036C5560E60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6869" y="181050"/>
            <a:ext cx="2182119" cy="176751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Google Shape;64;p14">
            <a:extLst>
              <a:ext uri="{FF2B5EF4-FFF2-40B4-BE49-F238E27FC236}">
                <a16:creationId xmlns:a16="http://schemas.microsoft.com/office/drawing/2014/main" id="{ED03CE0E-4C31-C2FE-76EE-11BA0D1058EF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6389" y="181052"/>
            <a:ext cx="2601479" cy="149981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" name="Google Shape;62;p14">
            <a:extLst>
              <a:ext uri="{FF2B5EF4-FFF2-40B4-BE49-F238E27FC236}">
                <a16:creationId xmlns:a16="http://schemas.microsoft.com/office/drawing/2014/main" id="{619FD907-D758-2E58-557F-6B480801A577}"/>
              </a:ext>
            </a:extLst>
          </p:cNvPr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014" y="1863147"/>
            <a:ext cx="2440444" cy="12690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63;p14">
            <a:extLst>
              <a:ext uri="{FF2B5EF4-FFF2-40B4-BE49-F238E27FC236}">
                <a16:creationId xmlns:a16="http://schemas.microsoft.com/office/drawing/2014/main" id="{B5136630-1135-796B-C68E-967609E4DA6C}"/>
              </a:ext>
            </a:extLst>
          </p:cNvPr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3057" y="407971"/>
            <a:ext cx="1793606" cy="2787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74;p15">
            <a:extLst>
              <a:ext uri="{FF2B5EF4-FFF2-40B4-BE49-F238E27FC236}">
                <a16:creationId xmlns:a16="http://schemas.microsoft.com/office/drawing/2014/main" id="{8B6F8FE6-1E05-ED68-FA32-FBC946F46E31}"/>
              </a:ext>
            </a:extLst>
          </p:cNvPr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2483" y="3260535"/>
            <a:ext cx="2081745" cy="170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75;p15">
            <a:extLst>
              <a:ext uri="{FF2B5EF4-FFF2-40B4-BE49-F238E27FC236}">
                <a16:creationId xmlns:a16="http://schemas.microsoft.com/office/drawing/2014/main" id="{49C4225E-4E4E-E068-1BE5-FD533B8948C4}"/>
              </a:ext>
            </a:extLst>
          </p:cNvPr>
          <p:cNvPicPr preferRelativeResize="0"/>
          <p:nvPr/>
        </p:nvPicPr>
        <p:blipFill>
          <a:blip r:embed="rId1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3260536"/>
            <a:ext cx="2545099" cy="1707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" name="Google Shape;70;p15">
            <a:extLst>
              <a:ext uri="{FF2B5EF4-FFF2-40B4-BE49-F238E27FC236}">
                <a16:creationId xmlns:a16="http://schemas.microsoft.com/office/drawing/2014/main" id="{634AD339-CBF8-008F-443D-DD5AEC87A504}"/>
              </a:ext>
            </a:extLst>
          </p:cNvPr>
          <p:cNvPicPr preferRelativeResize="0"/>
          <p:nvPr/>
        </p:nvPicPr>
        <p:blipFill>
          <a:blip r:embed="rId1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64793" y="5490424"/>
            <a:ext cx="1585913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72;p15">
            <a:extLst>
              <a:ext uri="{FF2B5EF4-FFF2-40B4-BE49-F238E27FC236}">
                <a16:creationId xmlns:a16="http://schemas.microsoft.com/office/drawing/2014/main" id="{F7430E0C-EE7A-F40E-1311-44D068DE36C1}"/>
              </a:ext>
            </a:extLst>
          </p:cNvPr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6906" y="5425629"/>
            <a:ext cx="1437931" cy="112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73;p15">
            <a:extLst>
              <a:ext uri="{FF2B5EF4-FFF2-40B4-BE49-F238E27FC236}">
                <a16:creationId xmlns:a16="http://schemas.microsoft.com/office/drawing/2014/main" id="{145D0BB8-ECAE-13DF-0D0F-7FF6458944EF}"/>
              </a:ext>
            </a:extLst>
          </p:cNvPr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5425629"/>
            <a:ext cx="1122075" cy="1122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5488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CF0B-EC81-CE7E-BDE5-AE3A61EB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A2CC49-5002-C0ED-EB4A-945150499B16}"/>
              </a:ext>
            </a:extLst>
          </p:cNvPr>
          <p:cNvSpPr txBox="1"/>
          <p:nvPr/>
        </p:nvSpPr>
        <p:spPr>
          <a:xfrm>
            <a:off x="160472" y="181050"/>
            <a:ext cx="48509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Polaris Ranger UTV Winch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Auto-Stop Fairlead Kit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by </a:t>
            </a:r>
            <a:r>
              <a:rPr lang="en-US" sz="1400" b="1" dirty="0" err="1">
                <a:solidFill>
                  <a:srgbClr val="FF0000"/>
                </a:solidFill>
              </a:rPr>
              <a:t>SuperATV</a:t>
            </a:r>
            <a:endParaRPr lang="en-US" sz="1400" b="1" dirty="0">
              <a:solidFill>
                <a:srgbClr val="FF0000"/>
              </a:solidFill>
            </a:endParaRPr>
          </a:p>
          <a:p>
            <a:endParaRPr lang="en-US" sz="1400" b="1" dirty="0"/>
          </a:p>
          <a:p>
            <a:r>
              <a:rPr lang="en-US" sz="1400" dirty="0"/>
              <a:t>$223</a:t>
            </a:r>
          </a:p>
          <a:p>
            <a:endParaRPr lang="en-US" sz="1400" b="1" dirty="0"/>
          </a:p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www.everythingpolarisranger.com</a:t>
            </a:r>
            <a:r>
              <a:rPr lang="en-US" sz="1000" dirty="0">
                <a:hlinkClick r:id="rId2"/>
              </a:rPr>
              <a:t>/</a:t>
            </a:r>
            <a:r>
              <a:rPr lang="en-US" sz="1000" dirty="0" err="1">
                <a:hlinkClick r:id="rId2"/>
              </a:rPr>
              <a:t>polaris</a:t>
            </a:r>
            <a:r>
              <a:rPr lang="en-US" sz="1000" dirty="0">
                <a:hlinkClick r:id="rId2"/>
              </a:rPr>
              <a:t>-ranger-</a:t>
            </a:r>
            <a:r>
              <a:rPr lang="en-US" sz="1000" dirty="0" err="1">
                <a:hlinkClick r:id="rId2"/>
              </a:rPr>
              <a:t>utv</a:t>
            </a:r>
            <a:r>
              <a:rPr lang="en-US" sz="1000" dirty="0">
                <a:hlinkClick r:id="rId2"/>
              </a:rPr>
              <a:t>-winch-auto-stop-fairlead-kit-by-</a:t>
            </a:r>
            <a:r>
              <a:rPr lang="en-US" sz="1000" dirty="0" err="1">
                <a:hlinkClick r:id="rId2"/>
              </a:rPr>
              <a:t>superatv</a:t>
            </a:r>
            <a:r>
              <a:rPr lang="en-US" sz="1000" dirty="0">
                <a:hlinkClick r:id="rId2"/>
              </a:rPr>
              <a:t>/</a:t>
            </a:r>
            <a:endParaRPr lang="en-US" sz="1000" dirty="0"/>
          </a:p>
          <a:p>
            <a:endParaRPr lang="en-US" sz="1400" b="1" dirty="0"/>
          </a:p>
          <a:p>
            <a:r>
              <a:rPr lang="en-US" sz="1400" dirty="0"/>
              <a:t>A plastic stopper cylinder is put onto the cable.</a:t>
            </a:r>
          </a:p>
          <a:p>
            <a:r>
              <a:rPr lang="en-US" sz="1400" dirty="0"/>
              <a:t>When the stopper approaches and touches the mouth of the fairlead, the winch shuts 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E4626-BACE-EBD8-E682-DFE1A1AB42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76200"/>
            <a:ext cx="5689600" cy="3352800"/>
          </a:xfrm>
          <a:prstGeom prst="rect">
            <a:avLst/>
          </a:prstGeom>
        </p:spPr>
      </p:pic>
      <p:pic>
        <p:nvPicPr>
          <p:cNvPr id="1026" name="Picture 2" descr="Viper ATV/UTV Auto Stop Fairlead - Wide ...">
            <a:extLst>
              <a:ext uri="{FF2B5EF4-FFF2-40B4-BE49-F238E27FC236}">
                <a16:creationId xmlns:a16="http://schemas.microsoft.com/office/drawing/2014/main" id="{CD9794CF-8BBC-492A-83CC-D749F2DAD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09982" y="3000914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387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001" y="12983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642579" y="14185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43126" y="211917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603487" y="2452513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845C6-5B60-556F-C54B-C1BD0B5F903A}"/>
              </a:ext>
            </a:extLst>
          </p:cNvPr>
          <p:cNvSpPr txBox="1"/>
          <p:nvPr/>
        </p:nvSpPr>
        <p:spPr>
          <a:xfrm>
            <a:off x="7452864" y="4240577"/>
            <a:ext cx="37908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8"/>
              </a:rPr>
              <a:t>https://snoway.com</a:t>
            </a:r>
            <a:r>
              <a:rPr lang="en-US" sz="1100" dirty="0"/>
              <a:t> – Sno-Way V-plow similar to Western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F2681B-617B-95CF-5EE1-F8BC5BCC3E5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43126" y="4599108"/>
            <a:ext cx="2671837" cy="20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1C7A-0E76-ABB4-D69F-724A22AA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23884-F214-65FC-D4DC-F6CE3A3AD4B8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Snow Shovels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3F313-C0E5-3C5B-B089-F60FD3402B3F}"/>
              </a:ext>
            </a:extLst>
          </p:cNvPr>
          <p:cNvSpPr txBox="1"/>
          <p:nvPr/>
        </p:nvSpPr>
        <p:spPr>
          <a:xfrm>
            <a:off x="76557" y="1098976"/>
            <a:ext cx="43949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=M3OsMTyofe0  - video comparison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www.amazon.com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dp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/B0G1YBMSVL - 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Litheli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40V (2×20V) Cordless Snow Shovel with Directional Plate &amp; Adjustable Handle, 14-Inch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D6872-F4B7-0819-5797-2F74EF9B2F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487" y="2036757"/>
            <a:ext cx="2347843" cy="2784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B9A2F-F19F-2AB3-026E-CA6DAEF17597}"/>
              </a:ext>
            </a:extLst>
          </p:cNvPr>
          <p:cNvSpPr txBox="1"/>
          <p:nvPr/>
        </p:nvSpPr>
        <p:spPr>
          <a:xfrm>
            <a:off x="89257" y="5759024"/>
            <a:ext cx="52193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3. EGO Power+ Electric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/WBJ5A. -expensive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2. Toro 60V Power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IYwEh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>
                <a:latin typeface="Calibri" panose="020F0502020204030204" pitchFamily="34" charset="0"/>
                <a:cs typeface="Calibri" panose="020F0502020204030204" pitchFamily="34" charset="0"/>
              </a:rPr>
              <a:t>- heavy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1. Greenworks 80V 12" Cordless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JMkppek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5F7792-7591-4CAF-A97A-FB77DF26D65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8000" y="2925622"/>
            <a:ext cx="3777322" cy="38375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EA2680-F2F0-1D47-2F79-0153005D4A6E}"/>
              </a:ext>
            </a:extLst>
          </p:cNvPr>
          <p:cNvSpPr txBox="1"/>
          <p:nvPr/>
        </p:nvSpPr>
        <p:spPr>
          <a:xfrm>
            <a:off x="6913390" y="2333152"/>
            <a:ext cx="3777323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Greenworks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80V 12" Cordless Battery LED Snow Shovel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w/ 4.0Ah Battery &amp; 6A Charger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https://www.greenworkstools.com/products/80v-12-cordless-battery-snow-shovel-w-4-0ah-battery-6a-charger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=0obvIOD0fKY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$252</a:t>
            </a:r>
          </a:p>
        </p:txBody>
      </p:sp>
    </p:spTree>
    <p:extLst>
      <p:ext uri="{BB962C8B-B14F-4D97-AF65-F5344CB8AC3E}">
        <p14:creationId xmlns:p14="http://schemas.microsoft.com/office/powerpoint/2010/main" val="353825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</TotalTime>
  <Words>1417</Words>
  <Application>Microsoft Macintosh PowerPoint</Application>
  <PresentationFormat>Widescreen</PresentationFormat>
  <Paragraphs>215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60</cp:revision>
  <dcterms:created xsi:type="dcterms:W3CDTF">2022-06-02T16:58:09Z</dcterms:created>
  <dcterms:modified xsi:type="dcterms:W3CDTF">2026-01-31T23:46:46Z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