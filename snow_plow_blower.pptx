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5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44"/>
    <p:restoredTop sz="91405"/>
  </p:normalViewPr>
  <p:slideViewPr>
    <p:cSldViewPr snapToGrid="0" snapToObjects="1">
      <p:cViewPr>
        <p:scale>
          <a:sx n="122" d="100"/>
          <a:sy n="122" d="100"/>
        </p:scale>
        <p:origin x="136" y="-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22E32B-7D68-F855-1A38-7E2F3729EEB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A8E555F-3F1A-D54E-8CDE-37B695274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0FE7A0D-E597-5D1F-41D6-3848CFB21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57735" y="2930134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1F0BD7B1-B691-FDBC-FEB6-2FFFA946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CC4CE11A-74DF-F297-0100-7017511580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23059639-D06A-EB90-A974-62AC9045C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8CCA06-DABB-529D-1A6F-3380626DB8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3C04FB-68AE-D8F6-03E5-0D9A2BADFBD1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78975A-933F-1DF4-5486-24B7112B0E14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0056" y="5229056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578400"/>
            <a:ext cx="2211400" cy="9424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64390" y="1664428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8664390" y="1148172"/>
            <a:ext cx="27015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/new-equipment/residential/tractor-packages/gator-snow-packages/xuv835r-and-western-impact-hd-v-blade/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812</Words>
  <Application>Microsoft Macintosh PowerPoint</Application>
  <PresentationFormat>Widescreen</PresentationFormat>
  <Paragraphs>140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50</cp:revision>
  <dcterms:created xsi:type="dcterms:W3CDTF">2022-06-02T16:58:09Z</dcterms:created>
  <dcterms:modified xsi:type="dcterms:W3CDTF">2025-12-27T02:32:46Z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