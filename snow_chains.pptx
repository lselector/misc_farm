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3"/>
  </p:normalViewPr>
  <p:slideViewPr>
    <p:cSldViewPr snapToGrid="0" snapToObjects="1">
      <p:cViewPr varScale="1">
        <p:scale>
          <a:sx n="77" d="100"/>
          <a:sy n="77" d="100"/>
        </p:scale>
        <p:origin x="208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88DD0-F5B2-15C1-96C2-359AABC4B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79889-D132-4397-0547-895A6BD28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4E4CA-9799-18AE-D4BA-5EFDB2627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B017-65CA-D094-EA2F-FAFBC1BF4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27274-3826-028B-64DD-856AA98C7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F12F-3D3D-6A09-2E35-EAD0C90AC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8E21-870B-193E-8931-72FD7C38AA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93E1-1A44-D49B-EE6B-0C6F21404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064A9-6EAD-6647-B6CB-F24B6F70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46CF0-740D-F941-2552-93AF0220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6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D88C-E684-0092-0D27-0A9FFD171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4D4E3-9349-5B4E-DEFB-7ADB22929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33B29-2069-185B-154E-83B432798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8DB26-E691-EBF7-87CA-8BD4D97E0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CFEAD-6332-0882-351E-3AD7AFFF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9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5FA89-7A8C-2BF1-56CD-508B1E3A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41508-596D-D8B8-26A5-1B6CEF8D4A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1378C-B8B8-D5FE-0A75-376AA5292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A08E7F-3616-927D-844D-CBA72BC67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58E9C8-FE23-8D40-43FF-7818A026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E8D37-47EA-3C05-517B-2F85706E1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41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0495-D3B5-8FE7-8A3A-C5B2727B1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5AB79-3B1C-0ED7-23AF-4A8ADD429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5B6335-12A0-B132-55DA-56997016F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1792DF-BF6E-04E5-BFF5-08BD5B4788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99D652-4C1F-B377-280F-5B572A11F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3AB3D8-A558-F32C-0F6C-8E2295130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219288-AD7A-3282-E5DF-333FFFC4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E91949-9DF7-7EFE-416F-D6305FF0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2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3D81-55BB-5F96-1196-26A570348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A9AC36-FAC6-A4C4-5460-EEAEC1B5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B1433-EF97-53CD-FFA5-599DF825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68FD2-26E5-FFE6-4ACD-83B095981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25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D5769-FB8F-7676-6B25-5EBA32B25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792E3F-F71A-D744-45DE-85B27103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E25D8-219F-7305-3844-4703C5E5F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8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D570-06BE-22E1-B810-4D69936FD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FEFE4-BB75-6E65-2899-3703E92ED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B9C2-F3DB-B576-224D-3FDA3DDFF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924BA-FA14-81E6-46BF-4DC0ACFE7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ACD7B-C82D-408A-896E-02E718FB5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FB12BD-21E4-1209-4294-DF6CA4FB3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13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B197-43DE-26A9-FBD5-F922DB56A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49AB21-2CEA-875A-6CBF-75B078D3A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7183E7-34CA-DF9E-984A-606380071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D1642-EBDC-1BB8-58FC-14A4C3ACE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60FC4-1F32-B58B-D652-941B433D0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C0798-2750-3A94-2B3A-695DA7AB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3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7D9F-C985-C4AB-ED45-B78B858B7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6AC969-2D60-1CB3-6799-FB9ED2553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8186-263E-FD4A-53F8-A165DADB4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315FA-BCCC-2ABC-ACA2-5E0C6CEF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603C4-A76D-7A84-168E-060D2B068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04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AB02FF-EECD-334D-5725-B39C40CD3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68F00-C914-3B13-0367-6D8129282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E1A78-ED9B-3691-96EB-5C0EB704C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E0378-2403-D8A8-54CC-05A3BEED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54D63-4319-317A-696B-C3EA4B47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610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58682-75F9-C5EA-F27F-548F06300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2A268-0258-C17B-1F8F-68BA2735B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2A94D-D8D6-D318-7837-4C19ED151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86276-9013-2A43-82D1-BA4685C95117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D65C9-1B5B-5F28-B659-EB418FAC6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0E21-0F36-45EE-1A56-BB99C66DA9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57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5BBD15-AEC2-1815-2347-A5BB8F308263}"/>
              </a:ext>
            </a:extLst>
          </p:cNvPr>
          <p:cNvSpPr txBox="1"/>
          <p:nvPr/>
        </p:nvSpPr>
        <p:spPr>
          <a:xfrm>
            <a:off x="-1" y="0"/>
            <a:ext cx="74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Snow Chains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331E7-D6B8-14E8-78C9-F5FD1ED74A51}"/>
              </a:ext>
            </a:extLst>
          </p:cNvPr>
          <p:cNvSpPr txBox="1"/>
          <p:nvPr/>
        </p:nvSpPr>
        <p:spPr>
          <a:xfrm>
            <a:off x="260938" y="884725"/>
            <a:ext cx="627286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Toyota Tires - 17". (235/60-17)</a:t>
            </a:r>
          </a:p>
          <a:p>
            <a:endParaRPr lang="en-US" sz="1400" dirty="0">
              <a:solidFill>
                <a:srgbClr val="131313"/>
              </a:solidFill>
              <a:latin typeface="Roboto" panose="02000000000000000000" pitchFamily="2" charset="0"/>
            </a:endParaRP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Snow Chains:</a:t>
            </a:r>
          </a:p>
          <a:p>
            <a:endParaRPr lang="en-US" sz="1400" dirty="0">
              <a:solidFill>
                <a:srgbClr val="131313"/>
              </a:solidFill>
              <a:latin typeface="Roboto" panose="02000000000000000000" pitchFamily="2" charset="0"/>
            </a:endParaRP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Dec 17, 2022: Security Chain Co - Set of 2 - $111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Jan 02, 2025: SCC Peerless Tire Traction Chain - Set of 2 - $110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Feb 18, 2025: Snow Tire Chains - Set of 8 - $65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Feb 18, 2025: SNOCATENA Snow Chains - Set of 2 - $90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Feb 25, 2025: Konig XG-12 Pro - T507 - Set of 2 - $250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Dec 20, 2025: KÖNIG Easy-FIT SUV 247 Snow Chains, Set of 2 - $580</a:t>
            </a:r>
          </a:p>
          <a:p>
            <a:endParaRPr lang="en-US" sz="1400" dirty="0">
              <a:solidFill>
                <a:srgbClr val="131313"/>
              </a:solidFill>
              <a:latin typeface="Roboto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45FD-53A2-F4C1-744D-3A4F2EA698D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64335" y="331481"/>
            <a:ext cx="2492117" cy="21285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8D0C18-134C-635A-81E7-F5E4AD367C6C}"/>
              </a:ext>
            </a:extLst>
          </p:cNvPr>
          <p:cNvSpPr txBox="1"/>
          <p:nvPr/>
        </p:nvSpPr>
        <p:spPr>
          <a:xfrm>
            <a:off x="260937" y="5665498"/>
            <a:ext cx="36792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Roboto" panose="02000000000000000000" pitchFamily="2" charset="0"/>
              </a:rPr>
              <a:t>Konig XG-12 Pro is a solid choice.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I just needed to learn how to put it on and take it off. Once you know it, it is actually  easier to handle than "Easy-FIT"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80AC8-2186-19EC-B56A-13E7963CB16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0938" y="3511063"/>
            <a:ext cx="1886296" cy="21285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41059B-D0FC-8586-B27B-008F343A08FF}"/>
              </a:ext>
            </a:extLst>
          </p:cNvPr>
          <p:cNvSpPr txBox="1"/>
          <p:nvPr/>
        </p:nvSpPr>
        <p:spPr>
          <a:xfrm>
            <a:off x="7664335" y="2474893"/>
            <a:ext cx="378074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Roboto" panose="02000000000000000000" pitchFamily="2" charset="0"/>
              </a:rPr>
              <a:t>KÖNIG Easy-FIT is terrible.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It completely broke.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It was easy to put on, 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but very difficult to take off.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And it completely broke (both sides) in </a:t>
            </a:r>
            <a:r>
              <a:rPr lang="en-US" sz="1400" dirty="0" err="1">
                <a:solidFill>
                  <a:srgbClr val="131313"/>
                </a:solidFill>
                <a:latin typeface="Roboto" panose="02000000000000000000" pitchFamily="2" charset="0"/>
              </a:rPr>
              <a:t>jsut</a:t>
            </a:r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 few weeks.</a:t>
            </a:r>
          </a:p>
        </p:txBody>
      </p:sp>
    </p:spTree>
    <p:extLst>
      <p:ext uri="{BB962C8B-B14F-4D97-AF65-F5344CB8AC3E}">
        <p14:creationId xmlns:p14="http://schemas.microsoft.com/office/powerpoint/2010/main" val="831777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</TotalTime>
  <Words>184</Words>
  <Application>Microsoft Macintosh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Roboto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79</cp:revision>
  <dcterms:created xsi:type="dcterms:W3CDTF">2022-05-02T00:38:22Z</dcterms:created>
  <dcterms:modified xsi:type="dcterms:W3CDTF">2026-01-31T23:17:07Z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2022-05-02T00:38:23Z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24169d7b-7067-4cc0-93f0-4d109a136a7c</vt:lpwstr>
  </property>
  <property fmtid="{D5CDD505-2E9C-101B-9397-08002B2CF9AE}" pid="8" name="MSIP_Label_4f518368-b969-4042-91d9-8939bd921da2_ContentBits">
    <vt:lpwstr>0</vt:lpwstr>
  </property>
</Properties>
</file>