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0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48"/>
    <p:restoredTop sz="94793"/>
  </p:normalViewPr>
  <p:slideViewPr>
    <p:cSldViewPr snapToGrid="0" snapToObjects="1">
      <p:cViewPr varScale="1">
        <p:scale>
          <a:sx n="77" d="100"/>
          <a:sy n="77" d="100"/>
        </p:scale>
        <p:origin x="208" y="5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388DD0-F5B2-15C1-96C2-359AABC4B4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979889-D132-4397-0547-895A6BD28D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84E4CA-9799-18AE-D4BA-5EFDB2627B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86276-9013-2A43-82D1-BA4685C95117}" type="datetimeFigureOut">
              <a:t>1/17/26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EBB017-65CA-D094-EA2F-FAFBC1BF4B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527274-3826-028B-64DD-856AA98C7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A1A7C-04A5-B94C-8298-87E64215908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1350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38F12F-3D3D-6A09-2E35-EAD0C90ACF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368E21-870B-193E-8931-72FD7C38AA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7E93E1-1A44-D49B-EE6B-0C6F21404F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86276-9013-2A43-82D1-BA4685C95117}" type="datetimeFigureOut">
              <a:t>1/17/26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7064A9-6EAD-6647-B6CB-F24B6F708A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A46CF0-740D-F941-2552-93AF022012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A1A7C-04A5-B94C-8298-87E64215908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88618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6D88C-E684-0092-0D27-0A9FFD171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04D4E3-9349-5B4E-DEFB-7ADB229292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B33B29-2069-185B-154E-83B4327982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86276-9013-2A43-82D1-BA4685C95117}" type="datetimeFigureOut">
              <a:t>1/17/26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28DB26-E691-EBF7-87CA-8BD4D97E0D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6CFEAD-6332-0882-351E-3AD7AFFFE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A1A7C-04A5-B94C-8298-87E64215908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0950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E5FA89-7A8C-2BF1-56CD-508B1E3AE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741508-596D-D8B8-26A5-1B6CEF8D4A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081378C-B8B8-D5FE-0A75-376AA5292C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A08E7F-3616-927D-844D-CBA72BC675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86276-9013-2A43-82D1-BA4685C95117}" type="datetimeFigureOut">
              <a:t>1/17/26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558E9C8-FE23-8D40-43FF-7818A026A2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7E8D37-47EA-3C05-517B-2F85706E1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A1A7C-04A5-B94C-8298-87E64215908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24419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00495-D3B5-8FE7-8A3A-C5B2727B1B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25AB79-3B1C-0ED7-23AF-4A8ADD4296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5B6335-12A0-B132-55DA-56997016F4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71792DF-BF6E-04E5-BFF5-08BD5B4788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599D652-4C1F-B377-280F-5B572A11FCB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D3AB3D8-A558-F32C-0F6C-8E22951306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86276-9013-2A43-82D1-BA4685C95117}" type="datetimeFigureOut">
              <a:t>1/17/26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C219288-AD7A-3282-E5DF-333FFFC4CA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4E91949-9DF7-7EFE-416F-D6305FF02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A1A7C-04A5-B94C-8298-87E64215908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820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23D81-55BB-5F96-1196-26A5703482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A9AC36-FAC6-A4C4-5460-EEAEC1B5CD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86276-9013-2A43-82D1-BA4685C95117}" type="datetimeFigureOut">
              <a:t>1/17/26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EB1433-EF97-53CD-FFA5-599DF825D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E68FD2-26E5-FFE6-4ACD-83B095981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A1A7C-04A5-B94C-8298-87E64215908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74256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55D5769-FB8F-7676-6B25-5EBA32B25F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86276-9013-2A43-82D1-BA4685C95117}" type="datetimeFigureOut">
              <a:t>1/17/26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6792E3F-F71A-D744-45DE-85B271039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6E25D8-219F-7305-3844-4703C5E5F5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A1A7C-04A5-B94C-8298-87E64215908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789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17D570-06BE-22E1-B810-4D69936FDF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BFEFE4-BB75-6E65-2899-3703E92ED0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EB9C2-F3DB-B576-224D-3FDA3DDFFA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B924BA-FA14-81E6-46BF-4DC0ACFE7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86276-9013-2A43-82D1-BA4685C95117}" type="datetimeFigureOut">
              <a:t>1/17/26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FACD7B-C82D-408A-896E-02E718FB55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FB12BD-21E4-1209-4294-DF6CA4FB3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A1A7C-04A5-B94C-8298-87E64215908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2132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79B197-43DE-26A9-FBD5-F922DB56A9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A49AB21-2CEA-875A-6CBF-75B078D3A52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D7183E7-34CA-DF9E-984A-6063800717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9D1642-EBDC-1BB8-58FC-14A4C3ACEB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86276-9013-2A43-82D1-BA4685C95117}" type="datetimeFigureOut">
              <a:t>1/17/26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660FC4-1F32-B58B-D652-941B433D0E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CC0798-2750-3A94-2B3A-695DA7ABEF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A1A7C-04A5-B94C-8298-87E64215908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5363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7C7D9F-C985-C4AB-ED45-B78B858B72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6AC969-2D60-1CB3-6799-FB9ED25537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C28186-263E-FD4A-53F8-A165DADB41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86276-9013-2A43-82D1-BA4685C95117}" type="datetimeFigureOut">
              <a:t>1/17/26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7315FA-BCCC-2ABC-ACA2-5E0C6CEF1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9603C4-A76D-7A84-168E-060D2B0689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A1A7C-04A5-B94C-8298-87E64215908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74044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7AB02FF-EECD-334D-5725-B39C40CD397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768F00-C914-3B13-0367-6D81292821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3E1A78-ED9B-3691-96EB-5C0EB704CC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86276-9013-2A43-82D1-BA4685C95117}" type="datetimeFigureOut">
              <a:t>1/17/26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3E0378-2403-D8A8-54CC-05A3BEED27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E54D63-4319-317A-696B-C3EA4B47E0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A1A7C-04A5-B94C-8298-87E64215908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56103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1958682-75F9-C5EA-F27F-548F063002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42A268-0258-C17B-1F8F-68BA2735B7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12A94D-D8D6-D318-7837-4C19ED151BC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6286276-9013-2A43-82D1-BA4685C95117}" type="datetimeFigureOut">
              <a:t>1/17/26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3D65C9-1B5B-5F28-B659-EB418FAC67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100E21-0F36-45EE-1A56-BB99C66DA9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FA1A7C-04A5-B94C-8298-87E64215908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95703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75BBD15-AEC2-1815-2347-A5BB8F308263}"/>
              </a:ext>
            </a:extLst>
          </p:cNvPr>
          <p:cNvSpPr txBox="1"/>
          <p:nvPr/>
        </p:nvSpPr>
        <p:spPr>
          <a:xfrm>
            <a:off x="-1" y="0"/>
            <a:ext cx="74108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Snow Chains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F1331E7-D6B8-14E8-78C9-F5FD1ED74A51}"/>
              </a:ext>
            </a:extLst>
          </p:cNvPr>
          <p:cNvSpPr txBox="1"/>
          <p:nvPr/>
        </p:nvSpPr>
        <p:spPr>
          <a:xfrm>
            <a:off x="260938" y="884725"/>
            <a:ext cx="6272866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131313"/>
                </a:solidFill>
                <a:latin typeface="Roboto" panose="02000000000000000000" pitchFamily="2" charset="0"/>
              </a:rPr>
              <a:t>Toyota Tires - 17". (235/60-17)</a:t>
            </a:r>
          </a:p>
          <a:p>
            <a:endParaRPr lang="en-US" sz="1400" dirty="0">
              <a:solidFill>
                <a:srgbClr val="131313"/>
              </a:solidFill>
              <a:latin typeface="Roboto" panose="02000000000000000000" pitchFamily="2" charset="0"/>
            </a:endParaRPr>
          </a:p>
          <a:p>
            <a:r>
              <a:rPr lang="en-US" sz="1400" dirty="0">
                <a:solidFill>
                  <a:srgbClr val="131313"/>
                </a:solidFill>
                <a:latin typeface="Roboto" panose="02000000000000000000" pitchFamily="2" charset="0"/>
              </a:rPr>
              <a:t>Snow Chains:</a:t>
            </a:r>
          </a:p>
          <a:p>
            <a:endParaRPr lang="en-US" sz="1400" dirty="0">
              <a:solidFill>
                <a:srgbClr val="131313"/>
              </a:solidFill>
              <a:latin typeface="Roboto" panose="02000000000000000000" pitchFamily="2" charset="0"/>
            </a:endParaRPr>
          </a:p>
          <a:p>
            <a:r>
              <a:rPr lang="en-US" sz="1400" dirty="0">
                <a:solidFill>
                  <a:srgbClr val="131313"/>
                </a:solidFill>
                <a:latin typeface="Roboto" panose="02000000000000000000" pitchFamily="2" charset="0"/>
              </a:rPr>
              <a:t>Dec 17, 2022: Security Chain Co - Set of 2 - $111</a:t>
            </a:r>
          </a:p>
          <a:p>
            <a:r>
              <a:rPr lang="en-US" sz="1400" dirty="0">
                <a:solidFill>
                  <a:srgbClr val="131313"/>
                </a:solidFill>
                <a:latin typeface="Roboto" panose="02000000000000000000" pitchFamily="2" charset="0"/>
              </a:rPr>
              <a:t>Jan 02, 2025: SCC Peerless Tire Traction Chain - Set of 2 - $110</a:t>
            </a:r>
          </a:p>
          <a:p>
            <a:r>
              <a:rPr lang="en-US" sz="1400" dirty="0">
                <a:solidFill>
                  <a:srgbClr val="131313"/>
                </a:solidFill>
                <a:latin typeface="Roboto" panose="02000000000000000000" pitchFamily="2" charset="0"/>
              </a:rPr>
              <a:t>Feb 18, 2025: Snow Tire Chains - Set of 8 - $65</a:t>
            </a:r>
          </a:p>
          <a:p>
            <a:r>
              <a:rPr lang="en-US" sz="1400" dirty="0">
                <a:solidFill>
                  <a:srgbClr val="131313"/>
                </a:solidFill>
                <a:latin typeface="Roboto" panose="02000000000000000000" pitchFamily="2" charset="0"/>
              </a:rPr>
              <a:t>Feb 18, 2025: SNOCATENA Snow Chains - Set of 2 - $90</a:t>
            </a:r>
          </a:p>
          <a:p>
            <a:r>
              <a:rPr lang="en-US" sz="1400" dirty="0">
                <a:solidFill>
                  <a:srgbClr val="131313"/>
                </a:solidFill>
                <a:latin typeface="Roboto" panose="02000000000000000000" pitchFamily="2" charset="0"/>
              </a:rPr>
              <a:t>Feb 25, 2025: Konig XG-12 Pro - T507 - Set of 2 - $250</a:t>
            </a:r>
          </a:p>
          <a:p>
            <a:r>
              <a:rPr lang="en-US" sz="1400" dirty="0">
                <a:solidFill>
                  <a:srgbClr val="131313"/>
                </a:solidFill>
                <a:latin typeface="Roboto" panose="02000000000000000000" pitchFamily="2" charset="0"/>
              </a:rPr>
              <a:t>Dec 20, 2025: KÖNIG Easy-FIT SUV 247 Snow Chains, Set of 2 - $580</a:t>
            </a:r>
          </a:p>
          <a:p>
            <a:endParaRPr lang="en-US" sz="1400" dirty="0">
              <a:solidFill>
                <a:srgbClr val="131313"/>
              </a:solidFill>
              <a:latin typeface="Roboto" panose="02000000000000000000" pitchFamily="2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FA545FD-53A2-F4C1-744D-3A4F2EA698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5687" y="1428519"/>
            <a:ext cx="4178300" cy="3568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17779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930</TotalTime>
  <Words>110</Words>
  <Application>Microsoft Macintosh PowerPoint</Application>
  <PresentationFormat>Widescreen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Roboto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Lev Selector</dc:creator>
  <cp:lastModifiedBy>Lev Selector</cp:lastModifiedBy>
  <cp:revision>78</cp:revision>
  <dcterms:created xsi:type="dcterms:W3CDTF">2022-05-02T00:38:22Z</dcterms:created>
  <dcterms:modified xsi:type="dcterms:W3CDTF">2026-01-18T04:00:32Z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f518368-b969-4042-91d9-8939bd921da2_Enabled">
    <vt:lpwstr>true</vt:lpwstr>
  </property>
  <property fmtid="{D5CDD505-2E9C-101B-9397-08002B2CF9AE}" pid="3" name="MSIP_Label_4f518368-b969-4042-91d9-8939bd921da2_SetDate">
    <vt:lpwstr>2022-05-02T00:38:23Z</vt:lpwstr>
  </property>
  <property fmtid="{D5CDD505-2E9C-101B-9397-08002B2CF9AE}" pid="4" name="MSIP_Label_4f518368-b969-4042-91d9-8939bd921da2_Method">
    <vt:lpwstr>Standard</vt:lpwstr>
  </property>
  <property fmtid="{D5CDD505-2E9C-101B-9397-08002B2CF9AE}" pid="5" name="MSIP_Label_4f518368-b969-4042-91d9-8939bd921da2_Name">
    <vt:lpwstr>General</vt:lpwstr>
  </property>
  <property fmtid="{D5CDD505-2E9C-101B-9397-08002B2CF9AE}" pid="6" name="MSIP_Label_4f518368-b969-4042-91d9-8939bd921da2_SiteId">
    <vt:lpwstr>116e9905-19fc-428e-93d4-bcaffb833597</vt:lpwstr>
  </property>
  <property fmtid="{D5CDD505-2E9C-101B-9397-08002B2CF9AE}" pid="7" name="MSIP_Label_4f518368-b969-4042-91d9-8939bd921da2_ActionId">
    <vt:lpwstr>24169d7b-7067-4cc0-93f0-4d109a136a7c</vt:lpwstr>
  </property>
  <property fmtid="{D5CDD505-2E9C-101B-9397-08002B2CF9AE}" pid="8" name="MSIP_Label_4f518368-b969-4042-91d9-8939bd921da2_ContentBits">
    <vt:lpwstr>0</vt:lpwstr>
  </property>
</Properties>
</file>