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ECB9-8FD4-EBE8-D927-55E4E14EE2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2335C5-E708-7A27-EDBB-6596089B0D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ABF29-BECC-840A-55E3-0B0FAB4BE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7FD1-948C-2941-8783-30B897A74816}" type="datetimeFigureOut">
              <a:rPr lang="en-US" smtClean="0"/>
              <a:t>6/15/23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A3D1B-22B9-62A1-8D86-87B604B56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B1FD2-B18C-F96A-5F86-01032E19F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B6A67-6A1B-1F46-BF9D-9546093E4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49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A3D8F-E358-4671-D5CB-C9179AC62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B1713-5791-7660-0730-BEA703755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8EE98-C0D2-CAC8-2A67-F41A3B359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7FD1-948C-2941-8783-30B897A74816}" type="datetimeFigureOut">
              <a:rPr lang="en-US" smtClean="0"/>
              <a:t>6/15/23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F1A44-0F35-6BD2-3238-665081856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6266B-0777-6FE2-F7A0-6417098B1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B6A67-6A1B-1F46-BF9D-9546093E4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839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90701-F7FA-F4CA-FC48-93CAF16BF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C26D60-210C-2CC3-8378-48A9DB781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9E53A-1AB0-C89D-791E-708B2BC44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7FD1-948C-2941-8783-30B897A74816}" type="datetimeFigureOut">
              <a:rPr lang="en-US" smtClean="0"/>
              <a:t>6/15/23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ECA3F-901A-B156-9A15-FBF50FB91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08ABF-7EB4-B1D9-4484-DB345F8A0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B6A67-6A1B-1F46-BF9D-9546093E4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59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E912E-4768-59FA-69E5-1D76BFD08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2CB08-832D-94BD-D9FB-E2FE9D62A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E78BF3-6B69-684E-6347-2BE824D049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109076-7EBB-2D52-6745-469F858B7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7FD1-948C-2941-8783-30B897A74816}" type="datetimeFigureOut">
              <a:rPr lang="en-US" smtClean="0"/>
              <a:t>6/15/23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6EA7DA-B028-33D8-439A-0545D0A00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3DF3F6-F635-9E71-3F93-B9254558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B6A67-6A1B-1F46-BF9D-9546093E4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553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6FB7E-50A9-4E3B-18A6-8736CE97C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A8E11B-3AA8-4D79-9B6C-DC808398C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4435C-1B87-0882-0A03-D08CFF108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858469-51E3-ED7E-811C-B0BED85EB5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25D545-07DB-AB2F-EDFD-14FEC138D7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5EC574-3FD7-73C7-366E-40D4ABD95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7FD1-948C-2941-8783-30B897A74816}" type="datetimeFigureOut">
              <a:rPr lang="en-US" smtClean="0"/>
              <a:t>6/15/23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98B76F-DFD0-6951-AF12-AFD7E0ABA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038594-AC15-B39F-D767-FB279F734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B6A67-6A1B-1F46-BF9D-9546093E4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479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2524E-B35C-3DB0-186D-1D4726860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21B7F4-CCF4-631F-A9C8-5D4D24A8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7FD1-948C-2941-8783-30B897A74816}" type="datetimeFigureOut">
              <a:rPr lang="en-US" smtClean="0"/>
              <a:t>6/15/23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C80A25-DA54-7075-7CC3-3CE15B7BE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15F21A-F9C9-2F9A-8276-6EE4BEA34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B6A67-6A1B-1F46-BF9D-9546093E4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519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670960-9A7E-F040-E5EE-D0907F4D9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7FD1-948C-2941-8783-30B897A74816}" type="datetimeFigureOut">
              <a:rPr lang="en-US" smtClean="0"/>
              <a:t>6/15/23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FA9428-5A58-4F72-7003-30D9FAEEF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F1B3AE-39A0-B17E-6447-5D73CCDCD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B6A67-6A1B-1F46-BF9D-9546093E4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8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1A08D-DCBB-8422-4E50-8DD97B04A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8B261-42D7-B02F-B90A-2A11A1CEA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90102B-F8DB-EFD8-90E0-8B775B2C2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440902-E600-FB29-036B-7363291AF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7FD1-948C-2941-8783-30B897A74816}" type="datetimeFigureOut">
              <a:rPr lang="en-US" smtClean="0"/>
              <a:t>6/15/23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F69EB6-7CAC-5C6A-CFAA-D24DDF695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8F3513-9371-A178-F37A-69116185A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B6A67-6A1B-1F46-BF9D-9546093E4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231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82A54-C51E-27CA-DD6E-BFC38F0AE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E535A9-8741-5867-B0FC-FB7403B536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087D9E-6E53-AF3F-1CA5-E6054B05A7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F32458-FDD1-4174-30EB-A7853BB7D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7FD1-948C-2941-8783-30B897A74816}" type="datetimeFigureOut">
              <a:rPr lang="en-US" smtClean="0"/>
              <a:t>6/15/23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1DAB23-876A-08DA-3EB1-225B45D13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B2DA81-7B69-C74A-E0D4-55C61954C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B6A67-6A1B-1F46-BF9D-9546093E4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361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92A33-CAFA-2700-8C30-91707625D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E59D28-7C37-946E-DB1E-581A3A549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AB263-8674-8C90-44BD-A8A4D6CAA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7FD1-948C-2941-8783-30B897A74816}" type="datetimeFigureOut">
              <a:rPr lang="en-US" smtClean="0"/>
              <a:t>6/15/23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B9E46-1156-3423-3B4E-48B4E5713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26C94A-1EE1-A09B-2344-CCF8980F5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B6A67-6A1B-1F46-BF9D-9546093E4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925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35D7C9-ECC2-670E-3406-963FF798E8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2418BC-AAFE-6073-D9B0-1A8D86B06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C4BD3-A018-FBC4-561B-8B0CE7F29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7FD1-948C-2941-8783-30B897A74816}" type="datetimeFigureOut">
              <a:rPr lang="en-US" smtClean="0"/>
              <a:t>6/15/23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ACBB8-6D48-C822-7B5F-36AAAE96D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1C648-C6F5-553D-0A7A-A386B63A2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B6A67-6A1B-1F46-BF9D-9546093E4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283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78310A-D1F1-12CC-F207-5C08E71D1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2AAE9-3931-A6B1-713C-90151D27B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8BD0E-7901-696B-38AB-E5193D44B6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4F7FD1-948C-2941-8783-30B897A74816}" type="datetimeFigureOut">
              <a:rPr lang="en-US" smtClean="0"/>
              <a:t>6/15/23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34C45-34DF-A74D-AB17-BB18FA053F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22F3D-21E5-8AF4-A9DD-D7FFADAB46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B6A67-6A1B-1F46-BF9D-9546093E4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895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3C8E76-0B5C-0E26-21B1-92F1860EB0E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0600" y="1600200"/>
            <a:ext cx="3225480" cy="32829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938EEE-C9ED-D767-51E8-5585BA433859}"/>
              </a:ext>
            </a:extLst>
          </p:cNvPr>
          <p:cNvSpPr txBox="1"/>
          <p:nvPr/>
        </p:nvSpPr>
        <p:spPr>
          <a:xfrm>
            <a:off x="1377571" y="5072888"/>
            <a:ext cx="2971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CRAFTSMAN M220 150-cc 21-in </a:t>
            </a:r>
          </a:p>
          <a:p>
            <a:r>
              <a:rPr lang="en-US" sz="1400" dirty="0"/>
              <a:t>Self-propelled Gas Lawn Mower </a:t>
            </a:r>
          </a:p>
          <a:p>
            <a:r>
              <a:rPr lang="en-US" sz="1400" dirty="0"/>
              <a:t>with Briggs and Stratton Engine</a:t>
            </a:r>
          </a:p>
          <a:p>
            <a:r>
              <a:rPr lang="en-US" sz="1400" dirty="0"/>
              <a:t>$420 new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FB5C02-1BD6-3DF5-C5B1-A013629FACCC}"/>
              </a:ext>
            </a:extLst>
          </p:cNvPr>
          <p:cNvSpPr txBox="1"/>
          <p:nvPr/>
        </p:nvSpPr>
        <p:spPr>
          <a:xfrm>
            <a:off x="7086600" y="5105400"/>
            <a:ext cx="4038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dirty="0">
                <a:solidFill>
                  <a:srgbClr val="0F1111"/>
                </a:solidFill>
                <a:effectLst/>
              </a:rPr>
              <a:t>BLACK+DECKER 40V MAX* 20-inch </a:t>
            </a:r>
          </a:p>
          <a:p>
            <a:r>
              <a:rPr lang="en-US" sz="1400" b="0" i="0" dirty="0">
                <a:solidFill>
                  <a:srgbClr val="0F1111"/>
                </a:solidFill>
                <a:effectLst/>
              </a:rPr>
              <a:t>Cordless Lawn Mower </a:t>
            </a:r>
          </a:p>
          <a:p>
            <a:r>
              <a:rPr lang="en-US" sz="1400" b="0" i="0" dirty="0">
                <a:solidFill>
                  <a:srgbClr val="0F1111"/>
                </a:solidFill>
                <a:effectLst/>
              </a:rPr>
              <a:t>with Battery and Charger Included (CM2043C)</a:t>
            </a:r>
          </a:p>
          <a:p>
            <a:r>
              <a:rPr lang="en-US" sz="1400" dirty="0"/>
              <a:t>$350 new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159325-AD43-5DEF-7F12-7C112D4C2AC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91400" y="1600200"/>
            <a:ext cx="3225480" cy="347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641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37</Words>
  <Application>Microsoft Macintosh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1</cp:revision>
  <dcterms:created xsi:type="dcterms:W3CDTF">2023-06-15T16:38:49Z</dcterms:created>
  <dcterms:modified xsi:type="dcterms:W3CDTF">2023-06-15T16:44:44Z</dcterms:modified>
</cp:coreProperties>
</file>