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4133-C7B4-4B8D-C568-D1483B39B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8D132-1E08-EC16-EF71-B2A3617EC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3B457-A7AE-591B-7A07-B9683DC8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15DAD-DEA7-966C-DDB6-3040F4C2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DDEF7-4E11-ADF5-8CDF-1E4A189C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2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BF80-4DCE-B315-4656-2292C979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0D53-2128-96DD-CD3B-5B3A24186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DDC1-9EA3-6A78-EE77-9849A7B9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D32EC-0CE9-EA24-E594-DF5751AC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15E57-2C03-4C86-5AAE-487FC434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9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4589-EFB4-D3E6-8EC1-1867483B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BA47C-5C56-9A96-7371-7C6DF28BB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E1716-7E47-77B3-38E8-D317EA3BE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D6D2-9C57-6085-B5C0-95ECCC97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20486-1003-5490-26DA-0322049C9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57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4930-6A55-A4DE-4829-012292BE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D611B-999E-3F01-9968-89F984D2D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B1875-F78B-AA3E-1DA2-FCE86062C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85868-4484-65C2-E275-BB71FF4F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F030A-EB17-8315-B286-7DC3C5E3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E68E3-D366-C300-FD3C-CE9B747A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8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5321-7F61-5B8E-E5DB-8393EAF1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392A8-3DEC-1137-ED89-7C2844730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11826-3647-2E30-516D-2ACADCF4E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2FB51-7DA3-B6E6-4F7D-C004BE66C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DAE80C-1249-276C-DD3E-900C19A145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D555D-C7A1-C1E9-FC19-A9F4D44B7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CFCBF-9B6B-49CA-CA18-49F8396A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D01BB-C350-5D96-0161-4CF8245E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1BCD-9584-6450-8AF0-203C71CC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6B5B4B-6575-E6DD-B13B-84E44CC6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715D8-768C-22BB-F04F-FBD9B482E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BABD7-6282-6191-445B-823F4400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8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3EFB1-D640-EEE1-1A89-34B7820B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BF405E-2C55-5EFC-9511-68C7D160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BB226-DF3A-EDC4-DD74-C765A6E7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4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CC8EE-F760-A867-BEB2-0A3567FA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711FF-938E-FBA2-1090-BF5124149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248C5-EF0F-BA1E-DACC-30026D4D7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C0224-CF41-FAA3-7C14-50E3D5BCD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C6933-D16E-C80A-B4E1-0A4D2F7B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77BA4-EE73-6B48-6E79-6065D3B3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4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13D7-70B3-99EE-B86F-0D2000D3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AA6AB-A956-2BC1-2695-93AD64DE9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6BABC-65F1-FA15-F8E8-3543FFAAE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69984-F8C8-45B8-2317-EAF45F94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F1D81-25FD-1A90-E934-BF9FBC47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E82F3-D05A-329D-0340-64F351CB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00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E757-34B4-2A35-EF9B-99449543D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D5CAB-53B6-900F-EF94-8AC39B539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E4ABC-F419-C02D-A16C-1DD631B8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18D7-09C2-CDC4-D07B-411D1473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DF724-0475-9B3D-E3EC-1475AA96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1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672BBA-05B7-F08B-AC88-3D86FF5AC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E3927-7D02-98E2-9EE9-62D846189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FEE83-39DF-E963-AE52-420033164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D845B-9AEF-F73D-2363-083B6FCFE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41056-B4BD-49C9-3FB5-B33AEF3C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D4319-FF29-15AB-AC19-66650F9E9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D558F-7052-4873-4B50-A88CF1D55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34275-63EC-F1F6-BBC0-502DD9895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38524-70D1-384B-B10D-56671DEC9691}" type="datetimeFigureOut">
              <a:t>10/15/22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88726-787C-9481-232E-368F3D420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C7344-FE17-6EE5-09DA-0129D9FA7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0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XxLh8shMu8" TargetMode="External"/><Relationship Id="rId2" Type="http://schemas.openxmlformats.org/officeDocument/2006/relationships/hyperlink" Target="https://www.youtube.com/watch?v=5BqKBDXpih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EEC163-C24B-0EEA-8102-3F8EBD3C32B0}"/>
              </a:ext>
            </a:extLst>
          </p:cNvPr>
          <p:cNvSpPr txBox="1"/>
          <p:nvPr/>
        </p:nvSpPr>
        <p:spPr>
          <a:xfrm>
            <a:off x="147144" y="4508909"/>
            <a:ext cx="4970399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0">
                <a:solidFill>
                  <a:srgbClr val="030303"/>
                </a:solidFill>
                <a:effectLst/>
              </a:rPr>
              <a:t>Winch: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30303"/>
                </a:solidFill>
                <a:effectLst/>
              </a:rPr>
              <a:t>How To Get Your UTV unstuck in seconds - UTV winch basics </a:t>
            </a:r>
            <a:r>
              <a:rPr lang="en-US" sz="1400">
                <a:hlinkClick r:id="rId2"/>
              </a:rPr>
              <a:t>https://www.youtube.com/watch?v=5BqKBDXpihM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Winching techniques beginners to Advanced </a:t>
            </a:r>
            <a:r>
              <a:rPr lang="en-US" sz="1400">
                <a:hlinkClick r:id="rId3"/>
              </a:rPr>
              <a:t>https://www.youtube.com/watch?v=OXxLh8shMu8</a:t>
            </a:r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0C212-4EA4-9FB4-D180-2CA4F3AFF730}"/>
              </a:ext>
            </a:extLst>
          </p:cNvPr>
          <p:cNvSpPr txBox="1"/>
          <p:nvPr/>
        </p:nvSpPr>
        <p:spPr>
          <a:xfrm>
            <a:off x="147144" y="2078649"/>
            <a:ext cx="4970399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October 8 - received basic John Deere Gator</a:t>
            </a:r>
          </a:p>
          <a:p>
            <a:r>
              <a:rPr lang="en-US" sz="1400"/>
              <a:t>  XUV590M Power Steering Winch Ready</a:t>
            </a:r>
          </a:p>
          <a:p>
            <a:r>
              <a:rPr lang="en-US" sz="1400"/>
              <a:t>  (Model Year 2023)</a:t>
            </a:r>
          </a:p>
          <a:p>
            <a:endParaRPr lang="en-US" sz="1400"/>
          </a:p>
          <a:p>
            <a:r>
              <a:rPr lang="en-US" sz="1400"/>
              <a:t>On Order For Future Installation:</a:t>
            </a:r>
          </a:p>
          <a:p>
            <a:r>
              <a:rPr lang="en-US" sz="1400"/>
              <a:t> .. Windshield + wiper</a:t>
            </a:r>
          </a:p>
          <a:p>
            <a:r>
              <a:rPr lang="en-US" sz="1400"/>
              <a:t> .. Bumper (rear)</a:t>
            </a:r>
          </a:p>
          <a:p>
            <a:r>
              <a:rPr lang="en-US" sz="1400"/>
              <a:t> .. Ops Kit (OPS = Occupant Protection System) – lights &amp; wires</a:t>
            </a:r>
          </a:p>
          <a:p>
            <a:r>
              <a:rPr lang="en-US" sz="1400"/>
              <a:t> .. Snow Blade</a:t>
            </a:r>
          </a:p>
          <a:p>
            <a:r>
              <a:rPr lang="en-US" sz="1400"/>
              <a:t> .. Winch Kit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659251-7146-59C3-1702-6DB01CA65DD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8619" y="1564819"/>
            <a:ext cx="3719384" cy="26392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E5E6E4-866E-F255-69A7-DA2631B4A75A}"/>
              </a:ext>
            </a:extLst>
          </p:cNvPr>
          <p:cNvSpPr txBox="1"/>
          <p:nvPr/>
        </p:nvSpPr>
        <p:spPr>
          <a:xfrm>
            <a:off x="147144" y="6074950"/>
            <a:ext cx="497039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0">
                <a:solidFill>
                  <a:srgbClr val="030303"/>
                </a:solidFill>
                <a:effectLst/>
              </a:rPr>
              <a:t>Buying rear view mirrors on amazon:</a:t>
            </a:r>
          </a:p>
          <a:p>
            <a:r>
              <a:rPr lang="en-US" sz="1400">
                <a:solidFill>
                  <a:srgbClr val="030303"/>
                </a:solidFill>
              </a:rPr>
              <a:t>The top bar and side bars are 1.75" diameter.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2209B-E9AD-5CD9-D0ED-BA76B4925029}"/>
              </a:ext>
            </a:extLst>
          </p:cNvPr>
          <p:cNvSpPr txBox="1"/>
          <p:nvPr/>
        </p:nvSpPr>
        <p:spPr>
          <a:xfrm>
            <a:off x="147144" y="763663"/>
            <a:ext cx="309004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This is not a tractor.</a:t>
            </a:r>
          </a:p>
          <a:p>
            <a:r>
              <a:rPr lang="en-US" sz="1400"/>
              <a:t>It is called Gator or "Side-by-side"</a:t>
            </a:r>
          </a:p>
          <a:p>
            <a:r>
              <a:rPr lang="en-US" sz="1400"/>
              <a:t>This specific model is UXV590M</a:t>
            </a:r>
          </a:p>
          <a:p>
            <a:r>
              <a:rPr lang="en-US" sz="1400"/>
              <a:t>UXV = Utility Crossover Vehicle</a:t>
            </a:r>
          </a:p>
          <a:p>
            <a:r>
              <a:rPr lang="en-US" sz="1400"/>
              <a:t>UTV = Utility Task Vehicle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2310B-978C-91FD-F244-70BB5993719A}"/>
              </a:ext>
            </a:extLst>
          </p:cNvPr>
          <p:cNvSpPr txBox="1"/>
          <p:nvPr/>
        </p:nvSpPr>
        <p:spPr>
          <a:xfrm>
            <a:off x="0" y="10928"/>
            <a:ext cx="4519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John Deere Gator UXV590M</a:t>
            </a:r>
          </a:p>
        </p:txBody>
      </p:sp>
    </p:spTree>
    <p:extLst>
      <p:ext uri="{BB962C8B-B14F-4D97-AF65-F5344CB8AC3E}">
        <p14:creationId xmlns:p14="http://schemas.microsoft.com/office/powerpoint/2010/main" val="3739756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156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7</cp:revision>
  <dcterms:created xsi:type="dcterms:W3CDTF">2022-10-10T13:02:01Z</dcterms:created>
  <dcterms:modified xsi:type="dcterms:W3CDTF">2022-10-15T20:14:58Z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2022-10-10T13:06:40Z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50c257c4-46c1-4b22-8c9a-e5516c7c61cd</vt:lpwstr>
  </property>
  <property fmtid="{D5CDD505-2E9C-101B-9397-08002B2CF9AE}" pid="8" name="MSIP_Label_4f518368-b969-4042-91d9-8939bd921da2_ContentBits">
    <vt:lpwstr>0</vt:lpwstr>
  </property>
</Properties>
</file>