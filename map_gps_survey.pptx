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63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138"/>
    <p:restoredTop sz="91361"/>
  </p:normalViewPr>
  <p:slideViewPr>
    <p:cSldViewPr snapToGrid="0" snapToObjects="1">
      <p:cViewPr varScale="1">
        <p:scale>
          <a:sx n="116" d="100"/>
          <a:sy n="116" d="100"/>
        </p:scale>
        <p:origin x="1048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843BDE-B8C0-934E-9704-CBA3B88C1FB8}" type="datetimeFigureOut">
              <a:rPr lang="en-US" smtClean="0"/>
              <a:t>6/11/24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8B91EE-EA77-074C-ABDE-BAE6359B4E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95196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CE2001-545C-99D0-05A3-34EAAB5CA0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499392E-8F18-4AD6-D26D-2EAA93E408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B572907-66C1-84CC-5E24-AFA53AA942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5FB7D5-126E-2993-4CA4-5B643C76FA0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8B91EE-EA77-074C-ABDE-BAE6359B4E9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59482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1A7E78-4330-193B-B423-8314C67628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080FDA-9F58-7E15-C3A0-BCA67A1B65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FD1846-5607-2F80-FE77-B45D1134D8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91023-0B0A-7041-9F06-D25A50EF063B}" type="datetimeFigureOut">
              <a:t>6/11/24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59EC29-87F8-BE2D-794A-6DA472257B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340454-B433-410E-0FF8-FC3528287F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E528E-3295-EB44-B5E3-209426A0E5EC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05089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36760B-86A2-A753-7B95-0F58C129DD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26CB2F-877F-D8BF-FD37-54A9FCD98E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7B5966-DCE9-9278-FC75-7505EFC826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91023-0B0A-7041-9F06-D25A50EF063B}" type="datetimeFigureOut">
              <a:t>6/11/24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8C6C7F-3558-A2B7-B9CB-C865542E09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53B692-9BC3-C542-CF13-B75CF4818C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E528E-3295-EB44-B5E3-209426A0E5EC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79295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0201A7-590C-E867-7D0C-AE29A5E7C7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89C844-B762-199D-E840-4432CFA9EC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8F83D9-6582-F301-0C23-DFC2554944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91023-0B0A-7041-9F06-D25A50EF063B}" type="datetimeFigureOut">
              <a:t>6/11/24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52132C-12F6-FB49-15E9-71DC67F2F8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D5F5A6-E475-572D-EB19-BDCB29C26D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E528E-3295-EB44-B5E3-209426A0E5EC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89418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67E54A-D232-E13B-03B8-197985E469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95FE80-6415-A129-A133-13F4E696310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F34163-2BC5-67B8-C044-B2B91150F7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E24A9F-6EBE-F2FD-B790-457A880F4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91023-0B0A-7041-9F06-D25A50EF063B}" type="datetimeFigureOut">
              <a:t>6/11/24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165A11-D3B2-DAF0-6C96-3A013B4B66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148667-6987-698C-D3F8-33E4C2F455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E528E-3295-EB44-B5E3-209426A0E5EC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62347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89EB9B-3B5A-BAA4-1104-35CFEE511D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A6AF77-D30B-078E-7377-864E200417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DD3BB66-8448-BDCE-8885-0DCCD1D2FD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0C4BBBE-287A-8A3C-D9AC-73777D133F7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2EC8599-617C-397F-DC3D-826467ADF3E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BF5D750-7437-B1AA-EDBA-8CE16147AE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91023-0B0A-7041-9F06-D25A50EF063B}" type="datetimeFigureOut">
              <a:t>6/11/24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61E2CB5-60FB-BFE3-7C57-6D71206F09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C2E5366-9BBC-DD63-6667-F2ABAD0CF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E528E-3295-EB44-B5E3-209426A0E5EC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61031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4502E0-2360-8A3B-C660-0EEE2283AC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A761752-B6B9-B0D3-79D0-BA63B329CC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91023-0B0A-7041-9F06-D25A50EF063B}" type="datetimeFigureOut">
              <a:t>6/11/24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49FDB9-28AA-E5EE-0E6F-1C87098343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1A72C3-CCD3-E994-0553-1649E7C05A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E528E-3295-EB44-B5E3-209426A0E5EC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43061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727FBEF-93F3-4398-ABDE-E19A2BE6EE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91023-0B0A-7041-9F06-D25A50EF063B}" type="datetimeFigureOut">
              <a:t>6/11/24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224BDFD-B5CF-6FE3-E5D7-46013C29E0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995C03-7815-0295-8D6D-6E94DCC40D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E528E-3295-EB44-B5E3-209426A0E5EC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65297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460438-A2C9-EC42-359F-79480BBFBC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BAC04E-128D-0581-C7DA-E12F971BB4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57F62C-C89B-1A1C-EE71-DFB3CCC880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E8FE63-1511-35E5-E243-54A541D531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91023-0B0A-7041-9F06-D25A50EF063B}" type="datetimeFigureOut">
              <a:t>6/11/24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88C57B-944F-63EC-027D-0775FFD317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0B95C2-F629-DCC1-1A34-EFD210A359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E528E-3295-EB44-B5E3-209426A0E5EC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61875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11C171-16B5-30EF-DF6B-EA8297BFE4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0EC62FB-CB34-C301-34F2-0BC3B063A2A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14D87E-859D-4374-028E-34A7E0967C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A0E7CC-E810-603C-A310-365D6E2E76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91023-0B0A-7041-9F06-D25A50EF063B}" type="datetimeFigureOut">
              <a:t>6/11/24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811FA3-03C6-243F-1B00-D8C263B8A5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7B7296-43FF-9B1B-273A-D8A59A1AF5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E528E-3295-EB44-B5E3-209426A0E5EC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69878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5B347D-D077-DA5B-BCBF-255D910F83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D969ED-67C2-311E-252D-6A110850A0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D0FBA1-3C89-EC11-74D4-20B92AAFDA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91023-0B0A-7041-9F06-D25A50EF063B}" type="datetimeFigureOut">
              <a:t>6/11/24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A7745B-5BAE-F9D3-47E4-0138D1CEA5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730326-C5CD-0886-9BE9-A7F7DB749C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E528E-3295-EB44-B5E3-209426A0E5EC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45030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5D2BAD8-9CAB-A380-AAC3-A59F3A32560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7D29A6E-D831-F47F-A2AE-F6E1AFD2D0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7F4713-8CBC-B5EB-3BDB-7F46E4C81A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91023-0B0A-7041-9F06-D25A50EF063B}" type="datetimeFigureOut">
              <a:t>6/11/24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B814CE-5D3F-6AF3-1B95-C1BCD7CEF6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44F38C-1773-F5A8-9806-A23E993F74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E528E-3295-EB44-B5E3-209426A0E5EC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72999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2D680EF-BCA9-239E-5CBB-C870C41B48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0FCFB0-9A1E-EE20-9776-1EF4CAC7D5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1C2FEA-8E7F-70CC-474B-CC138894A0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491023-0B0A-7041-9F06-D25A50EF063B}" type="datetimeFigureOut">
              <a:t>6/11/24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68BAB-55F6-6894-580A-32AFD5780B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8BF367-BF67-C7BE-7EC4-9DB85C434E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3E528E-3295-EB44-B5E3-209426A0E5EC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05609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aA5v17Gh4Fo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4BCE40-FAC2-06AC-AEEE-247099B3D3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0F4EAFB-0C3B-FE5C-A059-BF43CDE1F9EF}"/>
              </a:ext>
            </a:extLst>
          </p:cNvPr>
          <p:cNvSpPr txBox="1"/>
          <p:nvPr/>
        </p:nvSpPr>
        <p:spPr>
          <a:xfrm>
            <a:off x="-1" y="9719"/>
            <a:ext cx="609600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000" b="1" i="0" dirty="0">
                <a:solidFill>
                  <a:srgbClr val="0F0F0F"/>
                </a:solidFill>
                <a:effectLst/>
                <a:latin typeface="Roboto" panose="02000000000000000000" pitchFamily="2" charset="0"/>
              </a:rPr>
              <a:t>How to do survey of the area (map &amp; mark territory)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D4394FC-D1D9-F361-3B76-4BF1E090F672}"/>
              </a:ext>
            </a:extLst>
          </p:cNvPr>
          <p:cNvSpPr txBox="1"/>
          <p:nvPr/>
        </p:nvSpPr>
        <p:spPr>
          <a:xfrm>
            <a:off x="143219" y="554713"/>
            <a:ext cx="6284910" cy="181588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sz="14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How to use GPS on your phone to land survey an area?</a:t>
            </a:r>
            <a:endParaRPr lang="en-US" sz="1400" b="0" dirty="0"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sz="14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.. </a:t>
            </a:r>
            <a:r>
              <a:rPr lang="en-US" sz="1400" b="0" i="0" u="sng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  <a:hlinkClick r:id="rId3"/>
              </a:rPr>
              <a:t>https://www.youtube.com/watch?v=aA5v17Gh4Fo</a:t>
            </a:r>
            <a:r>
              <a:rPr lang="en-US" sz="14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 </a:t>
            </a:r>
            <a:endParaRPr lang="en-US" sz="1400" b="0" dirty="0"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rtl="0">
              <a:spcBef>
                <a:spcPts val="0"/>
              </a:spcBef>
              <a:spcAft>
                <a:spcPts val="0"/>
              </a:spcAft>
            </a:pPr>
            <a:br>
              <a:rPr lang="en-US" sz="1400" b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4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Use an app "Land Survey"</a:t>
            </a:r>
            <a:endParaRPr lang="en-US" sz="1400" b="0" dirty="0"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rtl="0">
              <a:spcBef>
                <a:spcPts val="0"/>
              </a:spcBef>
              <a:spcAft>
                <a:spcPts val="0"/>
              </a:spcAft>
            </a:pPr>
            <a:br>
              <a:rPr lang="en-US" sz="1400" b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4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Also "</a:t>
            </a:r>
            <a:r>
              <a:rPr lang="en-US" sz="1400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AllTrails</a:t>
            </a:r>
            <a:r>
              <a:rPr lang="en-US" sz="14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" app shows GPS coordinates</a:t>
            </a:r>
            <a:endParaRPr lang="en-US" sz="1400" b="0" dirty="0"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b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endParaRPr lang="en-US" sz="1400" dirty="0">
              <a:solidFill>
                <a:srgbClr val="0F0F0F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37309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846</TotalTime>
  <Words>59</Words>
  <Application>Microsoft Macintosh PowerPoint</Application>
  <PresentationFormat>Widescreen</PresentationFormat>
  <Paragraphs>7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Roboto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Lev Selector</dc:creator>
  <cp:lastModifiedBy>Lev Selector</cp:lastModifiedBy>
  <cp:revision>75</cp:revision>
  <dcterms:created xsi:type="dcterms:W3CDTF">2022-06-02T16:58:09Z</dcterms:created>
  <dcterms:modified xsi:type="dcterms:W3CDTF">2024-06-11T13:40:24Z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4f518368-b969-4042-91d9-8939bd921da2_Enabled">
    <vt:lpwstr>true</vt:lpwstr>
  </property>
  <property fmtid="{D5CDD505-2E9C-101B-9397-08002B2CF9AE}" pid="3" name="MSIP_Label_4f518368-b969-4042-91d9-8939bd921da2_SetDate">
    <vt:lpwstr>2022-06-02T16:58:10Z</vt:lpwstr>
  </property>
  <property fmtid="{D5CDD505-2E9C-101B-9397-08002B2CF9AE}" pid="4" name="MSIP_Label_4f518368-b969-4042-91d9-8939bd921da2_Method">
    <vt:lpwstr>Standard</vt:lpwstr>
  </property>
  <property fmtid="{D5CDD505-2E9C-101B-9397-08002B2CF9AE}" pid="5" name="MSIP_Label_4f518368-b969-4042-91d9-8939bd921da2_Name">
    <vt:lpwstr>General</vt:lpwstr>
  </property>
  <property fmtid="{D5CDD505-2E9C-101B-9397-08002B2CF9AE}" pid="6" name="MSIP_Label_4f518368-b969-4042-91d9-8939bd921da2_SiteId">
    <vt:lpwstr>116e9905-19fc-428e-93d4-bcaffb833597</vt:lpwstr>
  </property>
  <property fmtid="{D5CDD505-2E9C-101B-9397-08002B2CF9AE}" pid="7" name="MSIP_Label_4f518368-b969-4042-91d9-8939bd921da2_ActionId">
    <vt:lpwstr>93134c22-9ab4-41e7-a5b4-b1f73aac775b</vt:lpwstr>
  </property>
  <property fmtid="{D5CDD505-2E9C-101B-9397-08002B2CF9AE}" pid="8" name="MSIP_Label_4f518368-b969-4042-91d9-8939bd921da2_ContentBits">
    <vt:lpwstr>0</vt:lpwstr>
  </property>
</Properties>
</file>