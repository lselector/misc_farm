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4"/>
    <p:restoredTop sz="91444"/>
  </p:normalViewPr>
  <p:slideViewPr>
    <p:cSldViewPr snapToGrid="0" snapToObjects="1">
      <p:cViewPr varScale="1">
        <p:scale>
          <a:sx n="86" d="100"/>
          <a:sy n="86" d="100"/>
        </p:scale>
        <p:origin x="22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10/24/22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deerbusters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hyperlink" Target="https://www.amazon.com/WESTWARD-Digging-Bar-Pencil-Point/dp/B07CSD7P4Z/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hyperlink" Target="https://www.amazon.com/TRUPER-BAP-150-Angelo-Bars-150cm/dp/B00UY1RLKC/" TargetMode="Externa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63547-3461-AE07-C75E-7594C61EA810}"/>
              </a:ext>
            </a:extLst>
          </p:cNvPr>
          <p:cNvSpPr txBox="1"/>
          <p:nvPr/>
        </p:nvSpPr>
        <p:spPr>
          <a:xfrm>
            <a:off x="4368904" y="2106118"/>
            <a:ext cx="34541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rgbClr val="00B0F0"/>
                </a:solidFill>
              </a:rPr>
              <a:t>Fencing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DCE039-5422-8A95-BB9C-2784DA8E6F0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3429000"/>
            <a:ext cx="7772400" cy="153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5C3F36-DDD8-558A-5CF0-28D4B875F590}"/>
              </a:ext>
            </a:extLst>
          </p:cNvPr>
          <p:cNvSpPr txBox="1"/>
          <p:nvPr/>
        </p:nvSpPr>
        <p:spPr>
          <a:xfrm>
            <a:off x="0" y="0"/>
            <a:ext cx="3417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Fence Against Deer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26307-71C3-C32B-987F-33D05912CE88}"/>
              </a:ext>
            </a:extLst>
          </p:cNvPr>
          <p:cNvSpPr txBox="1"/>
          <p:nvPr/>
        </p:nvSpPr>
        <p:spPr>
          <a:xfrm>
            <a:off x="134912" y="1154243"/>
            <a:ext cx="32828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Probably the most common deer fencing type, </a:t>
            </a:r>
            <a:r>
              <a:rPr lang="en-US" sz="1400" b="1">
                <a:solidFill>
                  <a:srgbClr val="FF0000"/>
                </a:solidFill>
              </a:rPr>
              <a:t>black mesh deer netting fastened to wooden 4x4s or metal t-bar garden posts</a:t>
            </a:r>
            <a:r>
              <a:rPr lang="en-US" sz="1400"/>
              <a:t> is an effective way to keep deer out of the garden. </a:t>
            </a:r>
          </a:p>
          <a:p>
            <a:endParaRPr lang="en-US" sz="1400"/>
          </a:p>
          <a:p>
            <a:r>
              <a:rPr lang="en-US" sz="1400"/>
              <a:t>It must be </a:t>
            </a:r>
            <a:r>
              <a:rPr lang="en-US" sz="1400" b="1">
                <a:solidFill>
                  <a:srgbClr val="FF0000"/>
                </a:solidFill>
              </a:rPr>
              <a:t>at least eight feet tall</a:t>
            </a:r>
            <a:r>
              <a:rPr lang="en-US" sz="1400"/>
              <a:t> to keep the deer from jumping over 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A4D6D-4427-8A4D-6191-FFC980D4B2B3}"/>
              </a:ext>
            </a:extLst>
          </p:cNvPr>
          <p:cNvSpPr txBox="1"/>
          <p:nvPr/>
        </p:nvSpPr>
        <p:spPr>
          <a:xfrm>
            <a:off x="43560" y="561732"/>
            <a:ext cx="2130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hlinkClick r:id="rId2"/>
              </a:rPr>
              <a:t>https://www.deerbusters.com</a:t>
            </a:r>
            <a:endParaRPr lang="en-US" sz="1200"/>
          </a:p>
        </p:txBody>
      </p:sp>
      <p:pic>
        <p:nvPicPr>
          <p:cNvPr id="1026" name="Picture 2" descr="Driveway Gate For 8' Deer Fence">
            <a:extLst>
              <a:ext uri="{FF2B5EF4-FFF2-40B4-BE49-F238E27FC236}">
                <a16:creationId xmlns:a16="http://schemas.microsoft.com/office/drawing/2014/main" id="{2B6BC8F5-2C0B-FF3B-6F26-A3667C8AA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94092" y="100532"/>
            <a:ext cx="3633875" cy="36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27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5C3F36-DDD8-558A-5CF0-28D4B875F590}"/>
              </a:ext>
            </a:extLst>
          </p:cNvPr>
          <p:cNvSpPr txBox="1"/>
          <p:nvPr/>
        </p:nvSpPr>
        <p:spPr>
          <a:xfrm>
            <a:off x="0" y="0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Fence for Horses – Vinyl, wood, metall</a:t>
            </a:r>
          </a:p>
        </p:txBody>
      </p:sp>
      <p:pic>
        <p:nvPicPr>
          <p:cNvPr id="1028" name="Picture 4" descr="Certagrain - 3 Rail Horse Fence - White - A Vinyl Fence Co - Vinyl Fence -  Privacy Fence - Horse Fence">
            <a:extLst>
              <a:ext uri="{FF2B5EF4-FFF2-40B4-BE49-F238E27FC236}">
                <a16:creationId xmlns:a16="http://schemas.microsoft.com/office/drawing/2014/main" id="{6AA0AAA7-05E7-7E0E-28C3-DEA29BAE4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7952" y="891576"/>
            <a:ext cx="2919805" cy="2919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uble Row Of White Horse Fencing Stock Photo - Download Image Now - Fence,  Horse, Farm - iStock">
            <a:extLst>
              <a:ext uri="{FF2B5EF4-FFF2-40B4-BE49-F238E27FC236}">
                <a16:creationId xmlns:a16="http://schemas.microsoft.com/office/drawing/2014/main" id="{63060ED1-3C72-66F6-A50A-2407B3D3A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30346" y="891576"/>
            <a:ext cx="3382205" cy="2113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ule Corner Post System - Horse Fence Direct Store">
            <a:extLst>
              <a:ext uri="{FF2B5EF4-FFF2-40B4-BE49-F238E27FC236}">
                <a16:creationId xmlns:a16="http://schemas.microsoft.com/office/drawing/2014/main" id="{BDDC9695-1039-ED99-8E61-6C8AD699F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5140" y="891576"/>
            <a:ext cx="2608729" cy="260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8A78EC-83D6-9A52-8C23-811CD7D70677}"/>
              </a:ext>
            </a:extLst>
          </p:cNvPr>
          <p:cNvSpPr txBox="1"/>
          <p:nvPr/>
        </p:nvSpPr>
        <p:spPr>
          <a:xfrm>
            <a:off x="7434332" y="6045138"/>
            <a:ext cx="2190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0">
                <a:solidFill>
                  <a:srgbClr val="030303"/>
                </a:solidFill>
                <a:effectLst/>
                <a:latin typeface="YouTube Sans"/>
              </a:rPr>
              <a:t>Horse Fencing using T-Posts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5EBF188-C9A6-BA8E-F577-74FA78DC2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5140" y="3620472"/>
            <a:ext cx="4691902" cy="2345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23D3EE-14DB-034B-7F40-F1FBCFF5D19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952" y="3999083"/>
            <a:ext cx="3417757" cy="196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661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274D0F-C1D7-9BB1-A062-46F7B149113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308" y="887576"/>
            <a:ext cx="1668413" cy="14553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55336F-A875-79C0-0D8D-76CF99ADA76F}"/>
              </a:ext>
            </a:extLst>
          </p:cNvPr>
          <p:cNvSpPr txBox="1"/>
          <p:nvPr/>
        </p:nvSpPr>
        <p:spPr>
          <a:xfrm>
            <a:off x="106530" y="2617303"/>
            <a:ext cx="2455368" cy="30162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Digging Bar: </a:t>
            </a:r>
          </a:p>
          <a:p>
            <a:r>
              <a:rPr lang="en-US" sz="1400"/>
              <a:t>Length: 72"</a:t>
            </a:r>
          </a:p>
          <a:p>
            <a:r>
              <a:rPr lang="en-US" sz="1400"/>
              <a:t>Width: 1" (or 2.5")</a:t>
            </a:r>
          </a:p>
          <a:p>
            <a:r>
              <a:rPr lang="en-US" sz="1400"/>
              <a:t>Weight &gt; 30 lbs</a:t>
            </a:r>
          </a:p>
          <a:p>
            <a:r>
              <a:rPr lang="en-US" sz="1400"/>
              <a:t>Has a sharp pencil pointed end and a chisel edge. </a:t>
            </a:r>
          </a:p>
          <a:p>
            <a:endParaRPr lang="en-US" sz="1400"/>
          </a:p>
          <a:p>
            <a:r>
              <a:rPr lang="en-US" sz="1400"/>
              <a:t>Good for cutting and carving stone, concrete, metal and wood.</a:t>
            </a:r>
          </a:p>
          <a:p>
            <a:endParaRPr lang="en-US" sz="1400"/>
          </a:p>
          <a:p>
            <a:r>
              <a:rPr lang="en-US" sz="1200">
                <a:hlinkClick r:id="rId3"/>
              </a:rPr>
              <a:t>https://www.amazon.com/WESTWARD-Digging-Bar-Pencil-Point/dp/B07CSD7P4Z/</a:t>
            </a:r>
            <a:endParaRPr lang="en-US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100EB-9050-07CB-672E-6C300B4C03D0}"/>
              </a:ext>
            </a:extLst>
          </p:cNvPr>
          <p:cNvSpPr txBox="1"/>
          <p:nvPr/>
        </p:nvSpPr>
        <p:spPr>
          <a:xfrm>
            <a:off x="108857" y="87086"/>
            <a:ext cx="5407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Digging Bar, Crow Bar,  Truper Bap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318916-FA42-BF49-2E4E-866BD9B1A1BC}"/>
              </a:ext>
            </a:extLst>
          </p:cNvPr>
          <p:cNvSpPr txBox="1"/>
          <p:nvPr/>
        </p:nvSpPr>
        <p:spPr>
          <a:xfrm>
            <a:off x="2741377" y="2621494"/>
            <a:ext cx="1980525" cy="14157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TRUPER BAP-150 San Angelo Bars 1"x 60"(150cm) 13Lb (6 Kg)</a:t>
            </a:r>
          </a:p>
          <a:p>
            <a:endParaRPr lang="en-US" sz="1400"/>
          </a:p>
          <a:p>
            <a:r>
              <a:rPr lang="en-US" sz="1000">
                <a:hlinkClick r:id="rId4"/>
              </a:rPr>
              <a:t>https://www.amazon.com/TRUPER-BAP-150-Angelo-Bars-150cm/dp/B00UY1RLKC/</a:t>
            </a:r>
            <a:endParaRPr lang="en-US" sz="1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DD3EB7-4C85-F028-42BD-CA594445148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4480" y="750368"/>
            <a:ext cx="1554318" cy="17297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FB3FD6-EB76-8A4D-682A-D9A189479244}"/>
              </a:ext>
            </a:extLst>
          </p:cNvPr>
          <p:cNvSpPr txBox="1"/>
          <p:nvPr/>
        </p:nvSpPr>
        <p:spPr>
          <a:xfrm>
            <a:off x="4817193" y="2617303"/>
            <a:ext cx="174952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b="0" i="0">
                <a:solidFill>
                  <a:srgbClr val="0F1111"/>
                </a:solidFill>
                <a:effectLst/>
                <a:latin typeface="Amazon Ember"/>
              </a:rPr>
              <a:t>True Temper 60" </a:t>
            </a:r>
          </a:p>
          <a:p>
            <a:pPr algn="l"/>
            <a:r>
              <a:rPr lang="en-US" sz="1400" b="0" i="0">
                <a:solidFill>
                  <a:srgbClr val="0F1111"/>
                </a:solidFill>
                <a:effectLst/>
                <a:latin typeface="Amazon Ember"/>
              </a:rPr>
              <a:t>Pinch Point Crow Bar</a:t>
            </a:r>
          </a:p>
        </p:txBody>
      </p:sp>
      <p:pic>
        <p:nvPicPr>
          <p:cNvPr id="1026" name="Picture 2" descr="True Temper 60&quot; Pinch Point Crow Bar">
            <a:extLst>
              <a:ext uri="{FF2B5EF4-FFF2-40B4-BE49-F238E27FC236}">
                <a16:creationId xmlns:a16="http://schemas.microsoft.com/office/drawing/2014/main" id="{C4D46248-82DA-CDBD-36FA-CBE0B459A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7193" y="944516"/>
            <a:ext cx="1398373" cy="1398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B37254-3EA6-0F23-6146-7008A805F7F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3633" y="244602"/>
            <a:ext cx="1749529" cy="2409728"/>
          </a:xfrm>
          <a:prstGeom prst="rect">
            <a:avLst/>
          </a:prstGeom>
        </p:spPr>
      </p:pic>
      <p:pic>
        <p:nvPicPr>
          <p:cNvPr id="1028" name="Picture 4" descr="A digging bar">
            <a:extLst>
              <a:ext uri="{FF2B5EF4-FFF2-40B4-BE49-F238E27FC236}">
                <a16:creationId xmlns:a16="http://schemas.microsoft.com/office/drawing/2014/main" id="{100D58AC-FF51-EC67-CB4E-870A6EB4D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86746" y="244602"/>
            <a:ext cx="1451635" cy="2580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B4DF0D-54B9-D2A0-6AE2-98AF3D43A890}"/>
              </a:ext>
            </a:extLst>
          </p:cNvPr>
          <p:cNvSpPr txBox="1"/>
          <p:nvPr/>
        </p:nvSpPr>
        <p:spPr>
          <a:xfrm>
            <a:off x="8942920" y="2986634"/>
            <a:ext cx="101540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400" b="0" i="0">
                <a:solidFill>
                  <a:srgbClr val="0F1111"/>
                </a:solidFill>
                <a:effectLst/>
                <a:latin typeface="Amazon Ember"/>
              </a:rPr>
              <a:t>Digging Bar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555114-2C2B-174C-3933-0E7E70755CF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1957" y="3691766"/>
            <a:ext cx="2387600" cy="2374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D86B67-B0E1-5A8C-895F-5810717D19CD}"/>
              </a:ext>
            </a:extLst>
          </p:cNvPr>
          <p:cNvSpPr txBox="1"/>
          <p:nvPr/>
        </p:nvSpPr>
        <p:spPr>
          <a:xfrm>
            <a:off x="5899917" y="6134568"/>
            <a:ext cx="1715086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0" i="0">
                <a:solidFill>
                  <a:srgbClr val="0F1111"/>
                </a:solidFill>
                <a:effectLst/>
                <a:latin typeface="Amazon Ember"/>
              </a:rPr>
              <a:t>Jackhammer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C27521-68DA-D526-27BA-72DE74D2626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7015" y="3329380"/>
            <a:ext cx="1980526" cy="11963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A37154-7548-5D56-F511-0EDF9526A7BE}"/>
              </a:ext>
            </a:extLst>
          </p:cNvPr>
          <p:cNvSpPr txBox="1"/>
          <p:nvPr/>
        </p:nvSpPr>
        <p:spPr>
          <a:xfrm>
            <a:off x="10338076" y="4203671"/>
            <a:ext cx="1715086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0" i="0">
                <a:solidFill>
                  <a:srgbClr val="0F1111"/>
                </a:solidFill>
                <a:effectLst/>
                <a:latin typeface="Amazon Ember"/>
              </a:rPr>
              <a:t>Pry Bar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714F42-3911-F138-E41E-8422843D64C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72370" y="4838879"/>
            <a:ext cx="3213100" cy="7239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F035AF-DBA6-0DC9-2831-37B44FC474E9}"/>
              </a:ext>
            </a:extLst>
          </p:cNvPr>
          <p:cNvSpPr txBox="1"/>
          <p:nvPr/>
        </p:nvSpPr>
        <p:spPr>
          <a:xfrm>
            <a:off x="9618548" y="5717678"/>
            <a:ext cx="1715086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0" i="0">
                <a:solidFill>
                  <a:srgbClr val="0F1111"/>
                </a:solidFill>
                <a:effectLst/>
                <a:latin typeface="Amazon Ember"/>
              </a:rPr>
              <a:t>Wrecking Bar</a:t>
            </a:r>
          </a:p>
        </p:txBody>
      </p:sp>
    </p:spTree>
    <p:extLst>
      <p:ext uri="{BB962C8B-B14F-4D97-AF65-F5344CB8AC3E}">
        <p14:creationId xmlns:p14="http://schemas.microsoft.com/office/powerpoint/2010/main" val="113365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185</Words>
  <Application>Microsoft Macintosh PowerPoint</Application>
  <PresentationFormat>Widescreen</PresentationFormat>
  <Paragraphs>27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Amazon Ember</vt:lpstr>
      <vt:lpstr>Arial</vt:lpstr>
      <vt:lpstr>Calibri</vt:lpstr>
      <vt:lpstr>Calibri Light</vt:lpstr>
      <vt:lpstr>YouTube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27</cp:revision>
  <dcterms:created xsi:type="dcterms:W3CDTF">2022-06-02T16:58:09Z</dcterms:created>
  <dcterms:modified xsi:type="dcterms:W3CDTF">2022-10-24T22:13:23Z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