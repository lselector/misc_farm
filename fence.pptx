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62"/>
    <p:restoredTop sz="91444"/>
  </p:normalViewPr>
  <p:slideViewPr>
    <p:cSldViewPr snapToGrid="0" snapToObjects="1">
      <p:cViewPr varScale="1">
        <p:scale>
          <a:sx n="117" d="100"/>
          <a:sy n="117" d="100"/>
        </p:scale>
        <p:origin x="19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10/15/22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www.deerbusters.com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4368904" y="2106118"/>
            <a:ext cx="345419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B0F0"/>
                </a:solidFill>
              </a:rPr>
              <a:t>Fencing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DCE039-5422-8A95-BB9C-2784DA8E6F0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09800" y="3429000"/>
            <a:ext cx="7772400" cy="1533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5C3F36-DDD8-558A-5CF0-28D4B875F590}"/>
              </a:ext>
            </a:extLst>
          </p:cNvPr>
          <p:cNvSpPr txBox="1"/>
          <p:nvPr/>
        </p:nvSpPr>
        <p:spPr>
          <a:xfrm>
            <a:off x="0" y="0"/>
            <a:ext cx="34177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Fence Against Deer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726307-71C3-C32B-987F-33D05912CE88}"/>
              </a:ext>
            </a:extLst>
          </p:cNvPr>
          <p:cNvSpPr txBox="1"/>
          <p:nvPr/>
        </p:nvSpPr>
        <p:spPr>
          <a:xfrm>
            <a:off x="134912" y="1154243"/>
            <a:ext cx="328284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Probably the most common deer fencing type, </a:t>
            </a:r>
            <a:r>
              <a:rPr lang="en-US" sz="1400" b="1">
                <a:solidFill>
                  <a:srgbClr val="FF0000"/>
                </a:solidFill>
              </a:rPr>
              <a:t>black mesh deer netting fastened to wooden 4x4s or metal t-bar garden posts</a:t>
            </a:r>
            <a:r>
              <a:rPr lang="en-US" sz="1400"/>
              <a:t> is an effective way to keep deer out of the garden. </a:t>
            </a:r>
          </a:p>
          <a:p>
            <a:endParaRPr lang="en-US" sz="1400"/>
          </a:p>
          <a:p>
            <a:r>
              <a:rPr lang="en-US" sz="1400"/>
              <a:t>It must be </a:t>
            </a:r>
            <a:r>
              <a:rPr lang="en-US" sz="1400" b="1">
                <a:solidFill>
                  <a:srgbClr val="FF0000"/>
                </a:solidFill>
              </a:rPr>
              <a:t>at least eight feet tall</a:t>
            </a:r>
            <a:r>
              <a:rPr lang="en-US" sz="1400"/>
              <a:t> to keep the deer from jumping over it.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6A4D6D-4427-8A4D-6191-FFC980D4B2B3}"/>
              </a:ext>
            </a:extLst>
          </p:cNvPr>
          <p:cNvSpPr txBox="1"/>
          <p:nvPr/>
        </p:nvSpPr>
        <p:spPr>
          <a:xfrm>
            <a:off x="43560" y="561732"/>
            <a:ext cx="21300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hlinkClick r:id="rId2"/>
              </a:rPr>
              <a:t>https://www.deerbusters.com</a:t>
            </a:r>
            <a:endParaRPr lang="en-US" sz="1200"/>
          </a:p>
        </p:txBody>
      </p:sp>
      <p:pic>
        <p:nvPicPr>
          <p:cNvPr id="1026" name="Picture 2" descr="Driveway Gate For 8' Deer Fence">
            <a:extLst>
              <a:ext uri="{FF2B5EF4-FFF2-40B4-BE49-F238E27FC236}">
                <a16:creationId xmlns:a16="http://schemas.microsoft.com/office/drawing/2014/main" id="{2B6BC8F5-2C0B-FF3B-6F26-A3667C8AAA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594092" y="100532"/>
            <a:ext cx="3633875" cy="36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3277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5C3F36-DDD8-558A-5CF0-28D4B875F590}"/>
              </a:ext>
            </a:extLst>
          </p:cNvPr>
          <p:cNvSpPr txBox="1"/>
          <p:nvPr/>
        </p:nvSpPr>
        <p:spPr>
          <a:xfrm>
            <a:off x="0" y="0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Fence for Horses – Vinyl, wood, metall</a:t>
            </a:r>
          </a:p>
        </p:txBody>
      </p:sp>
      <p:pic>
        <p:nvPicPr>
          <p:cNvPr id="1028" name="Picture 4" descr="Certagrain - 3 Rail Horse Fence - White - A Vinyl Fence Co - Vinyl Fence -  Privacy Fence - Horse Fence">
            <a:extLst>
              <a:ext uri="{FF2B5EF4-FFF2-40B4-BE49-F238E27FC236}">
                <a16:creationId xmlns:a16="http://schemas.microsoft.com/office/drawing/2014/main" id="{6AA0AAA7-05E7-7E0E-28C3-DEA29BAE4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7952" y="891576"/>
            <a:ext cx="2919805" cy="2919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ouble Row Of White Horse Fencing Stock Photo - Download Image Now - Fence,  Horse, Farm - iStock">
            <a:extLst>
              <a:ext uri="{FF2B5EF4-FFF2-40B4-BE49-F238E27FC236}">
                <a16:creationId xmlns:a16="http://schemas.microsoft.com/office/drawing/2014/main" id="{63060ED1-3C72-66F6-A50A-2407B3D3A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30346" y="891576"/>
            <a:ext cx="3382205" cy="2113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ule Corner Post System - Horse Fence Direct Store">
            <a:extLst>
              <a:ext uri="{FF2B5EF4-FFF2-40B4-BE49-F238E27FC236}">
                <a16:creationId xmlns:a16="http://schemas.microsoft.com/office/drawing/2014/main" id="{BDDC9695-1039-ED99-8E61-6C8AD699F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25140" y="891576"/>
            <a:ext cx="2608729" cy="2608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8A78EC-83D6-9A52-8C23-811CD7D70677}"/>
              </a:ext>
            </a:extLst>
          </p:cNvPr>
          <p:cNvSpPr txBox="1"/>
          <p:nvPr/>
        </p:nvSpPr>
        <p:spPr>
          <a:xfrm>
            <a:off x="7434332" y="6045138"/>
            <a:ext cx="21903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0">
                <a:solidFill>
                  <a:srgbClr val="030303"/>
                </a:solidFill>
                <a:effectLst/>
                <a:latin typeface="YouTube Sans"/>
              </a:rPr>
              <a:t>Horse Fencing using T-Posts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5EBF188-C9A6-BA8E-F577-74FA78DC2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25140" y="3620472"/>
            <a:ext cx="4691902" cy="2345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23D3EE-14DB-034B-7F40-F1FBCFF5D19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7952" y="3999083"/>
            <a:ext cx="3417757" cy="1961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661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74</Words>
  <Application>Microsoft Macintosh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YouTube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24</cp:revision>
  <dcterms:created xsi:type="dcterms:W3CDTF">2022-06-02T16:58:09Z</dcterms:created>
  <dcterms:modified xsi:type="dcterms:W3CDTF">2022-10-15T21:09:48Z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