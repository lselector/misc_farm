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16"/>
    <p:restoredTop sz="91440"/>
  </p:normalViewPr>
  <p:slideViewPr>
    <p:cSldViewPr snapToGrid="0" snapToObjects="1">
      <p:cViewPr varScale="1">
        <p:scale>
          <a:sx n="116" d="100"/>
          <a:sy n="116" d="100"/>
        </p:scale>
        <p:origin x="22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10/23/22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7txUWFFHkBc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hyperlink" Target="https://www.youtube.com/watch?v=wd_E9VhSfS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4368904" y="1003827"/>
            <a:ext cx="34541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</a:rPr>
              <a:t>Wood Log Splitter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55759-F48C-8A54-0B76-14B9D9FB56DC}"/>
              </a:ext>
            </a:extLst>
          </p:cNvPr>
          <p:cNvSpPr txBox="1"/>
          <p:nvPr/>
        </p:nvSpPr>
        <p:spPr>
          <a:xfrm>
            <a:off x="10072863" y="5115509"/>
            <a:ext cx="11697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34 tons, </a:t>
            </a:r>
          </a:p>
          <a:p>
            <a:r>
              <a:rPr lang="en-US" sz="1400"/>
              <a:t>gas engine, $1,900 new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AC7BC1-783C-2E93-F310-EA32A930A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2302" y="3515799"/>
            <a:ext cx="1930918" cy="1400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82EA93-1EB4-7982-274C-E7C7E1044B67}"/>
              </a:ext>
            </a:extLst>
          </p:cNvPr>
          <p:cNvSpPr txBox="1"/>
          <p:nvPr/>
        </p:nvSpPr>
        <p:spPr>
          <a:xfrm>
            <a:off x="190916" y="5330953"/>
            <a:ext cx="1958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5 tons, electric, $45 on facebook marketplace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F2D2E2-8294-5773-7483-E8634850EF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780" y="3515800"/>
            <a:ext cx="1776186" cy="14000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042D75-EB5E-64EB-3BD0-6C8A230E8F99}"/>
              </a:ext>
            </a:extLst>
          </p:cNvPr>
          <p:cNvSpPr txBox="1"/>
          <p:nvPr/>
        </p:nvSpPr>
        <p:spPr>
          <a:xfrm>
            <a:off x="7590920" y="5028710"/>
            <a:ext cx="11697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22 tons, </a:t>
            </a:r>
          </a:p>
          <a:p>
            <a:r>
              <a:rPr lang="en-US" sz="1400"/>
              <a:t>electric</a:t>
            </a:r>
          </a:p>
          <a:p>
            <a:r>
              <a:rPr lang="en-US" sz="1400"/>
              <a:t>$2,850 new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ACB916-6D38-DBDC-B741-70D7557CE02B}"/>
              </a:ext>
            </a:extLst>
          </p:cNvPr>
          <p:cNvSpPr txBox="1"/>
          <p:nvPr/>
        </p:nvSpPr>
        <p:spPr>
          <a:xfrm>
            <a:off x="3904513" y="5228413"/>
            <a:ext cx="11697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9 tons, </a:t>
            </a:r>
          </a:p>
          <a:p>
            <a:r>
              <a:rPr lang="en-US" sz="1400"/>
              <a:t>electric</a:t>
            </a:r>
          </a:p>
          <a:p>
            <a:r>
              <a:rPr lang="en-US" sz="1400"/>
              <a:t>$550 new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DBE0FC-9666-03D2-D0C4-6325D22EDC4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5629" y="3813137"/>
            <a:ext cx="1546550" cy="11629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32BEA5-FC28-F22D-4271-E7BDEEB8768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9823" y="3813137"/>
            <a:ext cx="1797050" cy="96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6B216E-B8F9-F30A-8A29-4C0F002BE57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2989" y="1586208"/>
            <a:ext cx="2863026" cy="15826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102615-A460-0BC4-4287-C603ED763DB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2989" y="3288424"/>
            <a:ext cx="2863026" cy="1582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94D19A-D407-723E-628A-E25561D60A1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2989" y="4990640"/>
            <a:ext cx="2863026" cy="1582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7BBA98-E811-6867-2AD4-299F38A3339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7711" y="1586210"/>
            <a:ext cx="2863025" cy="15826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8DD1CE-2A86-10BC-C3D2-76C58F1218A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7711" y="3288425"/>
            <a:ext cx="2863026" cy="1582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2C22DD-13F2-5100-7C61-ECE710858B8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7713" y="4990640"/>
            <a:ext cx="2863025" cy="15826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D141E4-E613-1381-3F34-350329F8B271}"/>
              </a:ext>
            </a:extLst>
          </p:cNvPr>
          <p:cNvSpPr txBox="1"/>
          <p:nvPr/>
        </p:nvSpPr>
        <p:spPr>
          <a:xfrm>
            <a:off x="220336" y="1564395"/>
            <a:ext cx="43626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8"/>
              </a:rPr>
              <a:t>https://www.youtube.com/watch?v=7txUWFFHkBc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9"/>
              </a:rPr>
              <a:t>https://www.youtube.com/watch?v=wd_E9VhSfSg</a:t>
            </a:r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DFF37-24A8-B407-EE91-AD135CDC10D8}"/>
              </a:ext>
            </a:extLst>
          </p:cNvPr>
          <p:cNvSpPr txBox="1"/>
          <p:nvPr/>
        </p:nvSpPr>
        <p:spPr>
          <a:xfrm>
            <a:off x="-1" y="0"/>
            <a:ext cx="4583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Maunual Firewood Splitter</a:t>
            </a:r>
          </a:p>
        </p:txBody>
      </p:sp>
    </p:spTree>
    <p:extLst>
      <p:ext uri="{BB962C8B-B14F-4D97-AF65-F5344CB8AC3E}">
        <p14:creationId xmlns:p14="http://schemas.microsoft.com/office/powerpoint/2010/main" val="1817094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67</Words>
  <Application>Microsoft Macintosh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31</cp:revision>
  <dcterms:created xsi:type="dcterms:W3CDTF">2022-06-02T16:58:09Z</dcterms:created>
  <dcterms:modified xsi:type="dcterms:W3CDTF">2022-10-23T13:45:28Z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