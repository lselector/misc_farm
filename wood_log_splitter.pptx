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97"/>
    <p:restoredTop sz="91429"/>
  </p:normalViewPr>
  <p:slideViewPr>
    <p:cSldViewPr snapToGrid="0" snapToObjects="1">
      <p:cViewPr varScale="1">
        <p:scale>
          <a:sx n="117" d="100"/>
          <a:sy n="117" d="100"/>
        </p:scale>
        <p:origin x="10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11/26/22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7txUWFFHkBc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hyperlink" Target="https://www.youtube.com/watch?v=wd_E9VhSfSg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gif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4368904" y="1003827"/>
            <a:ext cx="34541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B0F0"/>
                </a:solidFill>
              </a:rPr>
              <a:t>Wood Log Splitter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655759-F48C-8A54-0B76-14B9D9FB56DC}"/>
              </a:ext>
            </a:extLst>
          </p:cNvPr>
          <p:cNvSpPr txBox="1"/>
          <p:nvPr/>
        </p:nvSpPr>
        <p:spPr>
          <a:xfrm>
            <a:off x="10072863" y="5115509"/>
            <a:ext cx="11697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34 tons, </a:t>
            </a:r>
          </a:p>
          <a:p>
            <a:r>
              <a:rPr lang="en-US" sz="1400"/>
              <a:t>gas engine, $1,900 new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AC7BC1-783C-2E93-F310-EA32A930A68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2302" y="3515799"/>
            <a:ext cx="1930918" cy="1400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82EA93-1EB4-7982-274C-E7C7E1044B67}"/>
              </a:ext>
            </a:extLst>
          </p:cNvPr>
          <p:cNvSpPr txBox="1"/>
          <p:nvPr/>
        </p:nvSpPr>
        <p:spPr>
          <a:xfrm>
            <a:off x="190916" y="5330953"/>
            <a:ext cx="1958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5 tons, electric, $45 on facebook marketplace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F2D2E2-8294-5773-7483-E8634850EF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780" y="3515800"/>
            <a:ext cx="1776186" cy="14000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042D75-EB5E-64EB-3BD0-6C8A230E8F99}"/>
              </a:ext>
            </a:extLst>
          </p:cNvPr>
          <p:cNvSpPr txBox="1"/>
          <p:nvPr/>
        </p:nvSpPr>
        <p:spPr>
          <a:xfrm>
            <a:off x="7590920" y="5028710"/>
            <a:ext cx="11697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22 tons, </a:t>
            </a:r>
          </a:p>
          <a:p>
            <a:r>
              <a:rPr lang="en-US" sz="1400"/>
              <a:t>electric</a:t>
            </a:r>
          </a:p>
          <a:p>
            <a:r>
              <a:rPr lang="en-US" sz="1400"/>
              <a:t>$2,850 new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ACB916-6D38-DBDC-B741-70D7557CE02B}"/>
              </a:ext>
            </a:extLst>
          </p:cNvPr>
          <p:cNvSpPr txBox="1"/>
          <p:nvPr/>
        </p:nvSpPr>
        <p:spPr>
          <a:xfrm>
            <a:off x="3904513" y="5228413"/>
            <a:ext cx="11697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9 tons, </a:t>
            </a:r>
          </a:p>
          <a:p>
            <a:r>
              <a:rPr lang="en-US" sz="1400"/>
              <a:t>electric</a:t>
            </a:r>
          </a:p>
          <a:p>
            <a:r>
              <a:rPr lang="en-US" sz="1400"/>
              <a:t>$550 new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6DBE0FC-9666-03D2-D0C4-6325D22EDC4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95629" y="3813137"/>
            <a:ext cx="1546550" cy="11629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E32BEA5-FC28-F22D-4271-E7BDEEB8768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9823" y="3813137"/>
            <a:ext cx="1797050" cy="96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6B216E-B8F9-F30A-8A29-4C0F002BE57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2989" y="1586208"/>
            <a:ext cx="2863026" cy="15826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0102615-A460-0BC4-4287-C603ED763DB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2989" y="3288424"/>
            <a:ext cx="2863026" cy="15826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94D19A-D407-723E-628A-E25561D60A1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2989" y="4990640"/>
            <a:ext cx="2863026" cy="15826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7BBA98-E811-6867-2AD4-299F38A33399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7711" y="1586210"/>
            <a:ext cx="2863025" cy="15826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8DD1CE-2A86-10BC-C3D2-76C58F1218A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7711" y="3288425"/>
            <a:ext cx="2863026" cy="15826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2C22DD-13F2-5100-7C61-ECE710858B84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7713" y="4990640"/>
            <a:ext cx="2863025" cy="15826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D141E4-E613-1381-3F34-350329F8B271}"/>
              </a:ext>
            </a:extLst>
          </p:cNvPr>
          <p:cNvSpPr txBox="1"/>
          <p:nvPr/>
        </p:nvSpPr>
        <p:spPr>
          <a:xfrm>
            <a:off x="220336" y="1564395"/>
            <a:ext cx="43626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https://www.youtube.com/watch?v=7txUWFFHkBc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https://www.youtube.com/watch?v=wd_E9VhSfSg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ADFF37-24A8-B407-EE91-AD135CDC10D8}"/>
              </a:ext>
            </a:extLst>
          </p:cNvPr>
          <p:cNvSpPr txBox="1"/>
          <p:nvPr/>
        </p:nvSpPr>
        <p:spPr>
          <a:xfrm>
            <a:off x="-1" y="0"/>
            <a:ext cx="45830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Maunual Firewood Splitter</a:t>
            </a:r>
          </a:p>
        </p:txBody>
      </p:sp>
    </p:spTree>
    <p:extLst>
      <p:ext uri="{BB962C8B-B14F-4D97-AF65-F5344CB8AC3E}">
        <p14:creationId xmlns:p14="http://schemas.microsoft.com/office/powerpoint/2010/main" val="1817094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64F2AC-692E-D7E6-CA93-F90AA607E2E4}"/>
              </a:ext>
            </a:extLst>
          </p:cNvPr>
          <p:cNvSpPr txBox="1"/>
          <p:nvPr/>
        </p:nvSpPr>
        <p:spPr>
          <a:xfrm>
            <a:off x="0" y="8860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</a:t>
            </a:r>
            <a:r>
              <a:rPr lang="en-US" dirty="0" err="1"/>
              <a:t>hlAerawLdYU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366788-5B6E-8575-F977-ABF5D08C8DE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2666" y="3790043"/>
            <a:ext cx="4236357" cy="29174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7301AD-8D93-E663-DB32-2F87A7E94DDF}"/>
              </a:ext>
            </a:extLst>
          </p:cNvPr>
          <p:cNvSpPr txBox="1"/>
          <p:nvPr/>
        </p:nvSpPr>
        <p:spPr>
          <a:xfrm>
            <a:off x="0" y="-28283"/>
            <a:ext cx="6629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Fly Wheel Log Splitter = kinetic log splitter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5B51E7-8203-F70E-17D1-849D54884FDD}"/>
              </a:ext>
            </a:extLst>
          </p:cNvPr>
          <p:cNvSpPr txBox="1"/>
          <p:nvPr/>
        </p:nvSpPr>
        <p:spPr>
          <a:xfrm>
            <a:off x="0" y="547540"/>
            <a:ext cx="4833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Google for vintage fly  wheel log splitter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42DCBC-7FAA-EDA6-531C-AC35C562711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670" y="3913503"/>
            <a:ext cx="3078773" cy="27940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647C4A-87E4-7536-6B37-EFD8C065A3B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472" y="1550437"/>
            <a:ext cx="2641600" cy="260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52C3A-2379-4C2E-EB9A-65C938F8604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3599342" y="2244272"/>
            <a:ext cx="1663700" cy="1066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DDD14D-D18A-5F98-9870-1140EC295A2D}"/>
              </a:ext>
            </a:extLst>
          </p:cNvPr>
          <p:cNvSpPr txBox="1"/>
          <p:nvPr/>
        </p:nvSpPr>
        <p:spPr>
          <a:xfrm>
            <a:off x="3471485" y="3378330"/>
            <a:ext cx="17469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rack and pinion gear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9C1E2A-1ABA-6F8C-1683-D5FF623C4CC3}"/>
              </a:ext>
            </a:extLst>
          </p:cNvPr>
          <p:cNvSpPr txBox="1"/>
          <p:nvPr/>
        </p:nvSpPr>
        <p:spPr>
          <a:xfrm>
            <a:off x="254908" y="4299919"/>
            <a:ext cx="436853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Motor (gas or electric) rotates massive flywheel(s)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shaft (axle) of this wheel has a (pinion) gear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moveable rack also has gear.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It is pressed to the shaft gear using a cam lock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rotating gear pushes the rack in a short burst, </a:t>
            </a:r>
            <a:br>
              <a:rPr lang="en-US" sz="1400" dirty="0"/>
            </a:br>
            <a:r>
              <a:rPr lang="en-US" sz="1400" dirty="0"/>
              <a:t>then </a:t>
            </a:r>
            <a:r>
              <a:rPr lang="en-US" sz="1400" dirty="0" err="1"/>
              <a:t>disenges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Several burst may be needed to split the wood</a:t>
            </a:r>
          </a:p>
        </p:txBody>
      </p:sp>
      <p:pic>
        <p:nvPicPr>
          <p:cNvPr id="1026" name="Picture 2" descr="Flywheel Wood Splitter Plans">
            <a:extLst>
              <a:ext uri="{FF2B5EF4-FFF2-40B4-BE49-F238E27FC236}">
                <a16:creationId xmlns:a16="http://schemas.microsoft.com/office/drawing/2014/main" id="{46FE64C1-2E01-1338-6489-854BD872E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57257" y="233327"/>
            <a:ext cx="5777996" cy="368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166</Words>
  <Application>Microsoft Macintosh PowerPoint</Application>
  <PresentationFormat>Widescreen</PresentationFormat>
  <Paragraphs>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33</cp:revision>
  <dcterms:created xsi:type="dcterms:W3CDTF">2022-06-02T16:58:09Z</dcterms:created>
  <dcterms:modified xsi:type="dcterms:W3CDTF">2022-11-27T00:15:13Z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