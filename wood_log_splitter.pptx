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80"/>
    <p:restoredTop sz="91429"/>
  </p:normalViewPr>
  <p:slideViewPr>
    <p:cSldViewPr snapToGrid="0" snapToObjects="1">
      <p:cViewPr varScale="1">
        <p:scale>
          <a:sx n="117" d="100"/>
          <a:sy n="117" d="100"/>
        </p:scale>
        <p:origin x="76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10/16/22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4368904" y="1003827"/>
            <a:ext cx="345419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B0F0"/>
                </a:solidFill>
              </a:rPr>
              <a:t>Wood Log Splitter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655759-F48C-8A54-0B76-14B9D9FB56DC}"/>
              </a:ext>
            </a:extLst>
          </p:cNvPr>
          <p:cNvSpPr txBox="1"/>
          <p:nvPr/>
        </p:nvSpPr>
        <p:spPr>
          <a:xfrm>
            <a:off x="10072863" y="5115509"/>
            <a:ext cx="11697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34 tons, </a:t>
            </a:r>
          </a:p>
          <a:p>
            <a:r>
              <a:rPr lang="en-US" sz="1400"/>
              <a:t>gas engine, $1,900 new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AC7BC1-783C-2E93-F310-EA32A930A68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2302" y="3515799"/>
            <a:ext cx="1930918" cy="1400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82EA93-1EB4-7982-274C-E7C7E1044B67}"/>
              </a:ext>
            </a:extLst>
          </p:cNvPr>
          <p:cNvSpPr txBox="1"/>
          <p:nvPr/>
        </p:nvSpPr>
        <p:spPr>
          <a:xfrm>
            <a:off x="190916" y="5330953"/>
            <a:ext cx="1958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5 tons, electric, $45 on facebook marketplace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F2D2E2-8294-5773-7483-E8634850EFF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780" y="3515800"/>
            <a:ext cx="1776186" cy="14000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042D75-EB5E-64EB-3BD0-6C8A230E8F99}"/>
              </a:ext>
            </a:extLst>
          </p:cNvPr>
          <p:cNvSpPr txBox="1"/>
          <p:nvPr/>
        </p:nvSpPr>
        <p:spPr>
          <a:xfrm>
            <a:off x="7590920" y="5028710"/>
            <a:ext cx="11697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22 tons, </a:t>
            </a:r>
          </a:p>
          <a:p>
            <a:r>
              <a:rPr lang="en-US" sz="1400"/>
              <a:t>electric</a:t>
            </a:r>
          </a:p>
          <a:p>
            <a:r>
              <a:rPr lang="en-US" sz="1400"/>
              <a:t>$2,850 new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ACB916-6D38-DBDC-B741-70D7557CE02B}"/>
              </a:ext>
            </a:extLst>
          </p:cNvPr>
          <p:cNvSpPr txBox="1"/>
          <p:nvPr/>
        </p:nvSpPr>
        <p:spPr>
          <a:xfrm>
            <a:off x="3904513" y="5228413"/>
            <a:ext cx="11697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9 tons, </a:t>
            </a:r>
          </a:p>
          <a:p>
            <a:r>
              <a:rPr lang="en-US" sz="1400"/>
              <a:t>electric</a:t>
            </a:r>
          </a:p>
          <a:p>
            <a:r>
              <a:rPr lang="en-US" sz="1400"/>
              <a:t>$550 new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6DBE0FC-9666-03D2-D0C4-6325D22EDC4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95629" y="3813137"/>
            <a:ext cx="1546550" cy="11629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E32BEA5-FC28-F22D-4271-E7BDEEB8768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49823" y="3813137"/>
            <a:ext cx="1797050" cy="96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318</TotalTime>
  <Words>36</Words>
  <Application>Microsoft Macintosh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28</cp:revision>
  <dcterms:created xsi:type="dcterms:W3CDTF">2022-06-02T16:58:09Z</dcterms:created>
  <dcterms:modified xsi:type="dcterms:W3CDTF">2022-10-16T16:47:37Z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