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7"/>
    <p:restoredTop sz="91406"/>
  </p:normalViewPr>
  <p:slideViewPr>
    <p:cSldViewPr snapToGrid="0" snapToObjects="1">
      <p:cViewPr varScale="1">
        <p:scale>
          <a:sx n="100" d="100"/>
          <a:sy n="10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BDE-B8C0-934E-9704-CBA3B88C1FB8}" type="datetimeFigureOut">
              <a:rPr lang="en-US" smtClean="0"/>
              <a:t>3/20/24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91EE-EA77-074C-ABDE-BAE6359B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boltdepot.com/Fastener-Information/Wood-Screws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boltdepot.com/Fastener-Information/Wood-Screws/Wood-Screw-Diame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0E6D6-1E06-6B80-7AE7-81647A0B12B2}"/>
              </a:ext>
            </a:extLst>
          </p:cNvPr>
          <p:cNvSpPr txBox="1"/>
          <p:nvPr/>
        </p:nvSpPr>
        <p:spPr>
          <a:xfrm>
            <a:off x="163287" y="141514"/>
            <a:ext cx="3265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Mending Plates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F35D8-047F-5F7D-F495-9621198559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" y="908050"/>
            <a:ext cx="5676900" cy="290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8B00B-5611-B723-3807-8319B455AC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9657" y="908050"/>
            <a:ext cx="5486400" cy="2908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845652-82C1-5548-5247-083C30849FB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151" y="4286250"/>
            <a:ext cx="59817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0E6D6-1E06-6B80-7AE7-81647A0B12B2}"/>
              </a:ext>
            </a:extLst>
          </p:cNvPr>
          <p:cNvSpPr txBox="1"/>
          <p:nvPr/>
        </p:nvSpPr>
        <p:spPr>
          <a:xfrm>
            <a:off x="163287" y="141514"/>
            <a:ext cx="3265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Wood Screws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2708B-F613-D485-70DD-5F729975D218}"/>
              </a:ext>
            </a:extLst>
          </p:cNvPr>
          <p:cNvSpPr txBox="1"/>
          <p:nvPr/>
        </p:nvSpPr>
        <p:spPr>
          <a:xfrm>
            <a:off x="163287" y="889000"/>
            <a:ext cx="51362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Length 3 inch</a:t>
            </a:r>
          </a:p>
          <a:p>
            <a:r>
              <a:rPr lang="en-US" dirty="0"/>
              <a:t>Diam = 3/16" (this is called #10)</a:t>
            </a:r>
          </a:p>
          <a:p>
            <a:r>
              <a:rPr lang="en-US" dirty="0"/>
              <a:t>Threads Per Inch = TPI = 9</a:t>
            </a:r>
          </a:p>
          <a:p>
            <a:endParaRPr lang="en-US" dirty="0"/>
          </a:p>
          <a:p>
            <a:r>
              <a:rPr lang="en-US" dirty="0"/>
              <a:t>tip notch: </a:t>
            </a:r>
          </a:p>
          <a:p>
            <a:r>
              <a:rPr lang="en-US" sz="1100" dirty="0">
                <a:hlinkClick r:id="rId3"/>
              </a:rPr>
              <a:t>https://boltdepot.com/Fastener-Information/Wood-Screws</a:t>
            </a:r>
            <a:endParaRPr lang="en-US" sz="1100" dirty="0"/>
          </a:p>
          <a:p>
            <a:r>
              <a:rPr lang="en-US" sz="1100" dirty="0">
                <a:hlinkClick r:id="rId4"/>
              </a:rPr>
              <a:t>https://</a:t>
            </a:r>
            <a:r>
              <a:rPr lang="en-US" sz="1100" dirty="0" err="1">
                <a:hlinkClick r:id="rId4"/>
              </a:rPr>
              <a:t>boltdepot.com</a:t>
            </a:r>
            <a:r>
              <a:rPr lang="en-US" sz="1100" dirty="0">
                <a:hlinkClick r:id="rId4"/>
              </a:rPr>
              <a:t>/Fastener-Information/Wood-Screws/Wood-Screw-Diameter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B94DD-3DAC-2E3A-4385-8595B885AC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287" y="2881262"/>
            <a:ext cx="4654565" cy="825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BB492-B750-01A4-428E-19DB3E0CE5D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287" y="4252587"/>
            <a:ext cx="3962400" cy="2056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A6EA04-C2D0-B43E-7729-37A0BE7F285F}"/>
              </a:ext>
            </a:extLst>
          </p:cNvPr>
          <p:cNvSpPr txBox="1"/>
          <p:nvPr/>
        </p:nvSpPr>
        <p:spPr>
          <a:xfrm>
            <a:off x="1320800" y="6488668"/>
            <a:ext cx="114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 notch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3404F-B7B8-2189-5028-FD45D585BB0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1643" y="3155950"/>
            <a:ext cx="3175000" cy="260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DCB3E3-57EF-948A-1A72-9293F1D30494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1643" y="164566"/>
            <a:ext cx="35306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0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52</Words>
  <Application>Microsoft Macintosh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72</cp:revision>
  <dcterms:created xsi:type="dcterms:W3CDTF">2022-06-02T16:58:09Z</dcterms:created>
  <dcterms:modified xsi:type="dcterms:W3CDTF">2024-03-20T16:19:46Z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