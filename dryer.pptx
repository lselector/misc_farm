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8DD0-F5B2-15C1-96C2-359AABC4B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979889-D132-4397-0547-895A6BD2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E4CA-9799-18AE-D4BA-5EFDB262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BB017-65CA-D094-EA2F-FAFBC1BF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27274-3826-028B-64DD-856AA98C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F12F-3D3D-6A09-2E35-EAD0C90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68E21-870B-193E-8931-72FD7C38A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93E1-1A44-D49B-EE6B-0C6F2140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64A9-6EAD-6647-B6CB-F24B6F708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46CF0-740D-F941-2552-93AF02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6D88C-E684-0092-0D27-0A9FFD17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D4E3-9349-5B4E-DEFB-7ADB22929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33B29-2069-185B-154E-83B43279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8DB26-E691-EBF7-87CA-8BD4D97E0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CFEAD-6332-0882-351E-3AD7AFFF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9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FA89-7A8C-2BF1-56CD-508B1E3A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41508-596D-D8B8-26A5-1B6CEF8D4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1378C-B8B8-D5FE-0A75-376AA5292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08E7F-3616-927D-844D-CBA72BC67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8E9C8-FE23-8D40-43FF-7818A026A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E8D37-47EA-3C05-517B-2F85706E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0495-D3B5-8FE7-8A3A-C5B2727B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AB79-3B1C-0ED7-23AF-4A8ADD429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B6335-12A0-B132-55DA-5699701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792DF-BF6E-04E5-BFF5-08BD5B478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D652-4C1F-B377-280F-5B572A11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AB3D8-A558-F32C-0F6C-8E229513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19288-AD7A-3282-E5DF-333FFFC4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91949-9DF7-7EFE-416F-D6305FF0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2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3D81-55BB-5F96-1196-26A57034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9AC36-FAC6-A4C4-5460-EEAEC1B5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B1433-EF97-53CD-FFA5-599DF825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68FD2-26E5-FFE6-4ACD-83B09598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2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5D5769-FB8F-7676-6B25-5EBA32B2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792E3F-F71A-D744-45DE-85B27103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E25D8-219F-7305-3844-4703C5E5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D570-06BE-22E1-B810-4D69936F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FEFE4-BB75-6E65-2899-3703E92ED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EB9C2-F3DB-B576-224D-3FDA3DDF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24BA-FA14-81E6-46BF-4DC0ACFE7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D7B-C82D-408A-896E-02E718FB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12BD-21E4-1209-4294-DF6CA4FB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13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9B197-43DE-26A9-FBD5-F922DB56A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9AB21-2CEA-875A-6CBF-75B078D3A5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83E7-34CA-DF9E-984A-60638007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D1642-EBDC-1BB8-58FC-14A4C3AC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60FC4-1F32-B58B-D652-941B433D0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C0798-2750-3A94-2B3A-695DA7AB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36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7D9F-C985-C4AB-ED45-B78B858B7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AC969-2D60-1CB3-6799-FB9ED2553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8186-263E-FD4A-53F8-A165DADB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15FA-BCCC-2ABC-ACA2-5E0C6CEF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603C4-A76D-7A84-168E-060D2B06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AB02FF-EECD-334D-5725-B39C40CD3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768F00-C914-3B13-0367-6D812928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E1A78-ED9B-3691-96EB-5C0EB704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E0378-2403-D8A8-54CC-05A3BEED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54D63-4319-317A-696B-C3EA4B47E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58682-75F9-C5EA-F27F-548F06300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2A268-0258-C17B-1F8F-68BA2735B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2A94D-D8D6-D318-7837-4C19ED151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86276-9013-2A43-82D1-BA4685C95117}" type="datetimeFigureOut">
              <a:t>8/16/22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65C9-1B5B-5F28-B659-EB418FAC6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0E21-0F36-45EE-1A56-BB99C66DA9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A1A7C-04A5-B94C-8298-87E6421590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peedqueen.com/products/front-load-electric-dryers/df7000we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www.usnews.com/360-reviews/home-goods/dryers/l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ECD419-9C73-C840-0C80-1940594E43C6}"/>
              </a:ext>
            </a:extLst>
          </p:cNvPr>
          <p:cNvSpPr txBox="1"/>
          <p:nvPr/>
        </p:nvSpPr>
        <p:spPr>
          <a:xfrm>
            <a:off x="551792" y="6127531"/>
            <a:ext cx="32056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hlinkClick r:id="rId2"/>
              </a:rPr>
              <a:t>https://speedqueen.com/products/front-load-electric-dryers/df7000we/</a:t>
            </a:r>
            <a:endParaRPr lang="en-US" sz="10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E26B2-4564-1115-E8FA-CBFF10E07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69" y="954472"/>
            <a:ext cx="2543503" cy="3020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5B5AC-903B-649C-9794-6B7C17E01DC3}"/>
              </a:ext>
            </a:extLst>
          </p:cNvPr>
          <p:cNvSpPr txBox="1"/>
          <p:nvPr/>
        </p:nvSpPr>
        <p:spPr>
          <a:xfrm>
            <a:off x="882869" y="3974882"/>
            <a:ext cx="3993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Speed Queen Dryer DF7 - DF7000WE</a:t>
            </a:r>
          </a:p>
          <a:p>
            <a:r>
              <a:rPr lang="en-US"/>
              <a:t>7 cu. ft., 230V</a:t>
            </a:r>
          </a:p>
          <a:p>
            <a:r>
              <a:rPr lang="en-US"/>
              <a:t>5-Year Warranty</a:t>
            </a:r>
          </a:p>
          <a:p>
            <a:r>
              <a:rPr lang="en-US"/>
              <a:t>$2,229 MSRP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80B6A-ACDD-0314-1EF7-09F53F57E529}"/>
              </a:ext>
            </a:extLst>
          </p:cNvPr>
          <p:cNvSpPr txBox="1"/>
          <p:nvPr/>
        </p:nvSpPr>
        <p:spPr>
          <a:xfrm>
            <a:off x="231228" y="94593"/>
            <a:ext cx="5570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Speed Queen Dryer – recommended by Aleksey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36F31-ED98-C273-0254-E7089EBC7328}"/>
              </a:ext>
            </a:extLst>
          </p:cNvPr>
          <p:cNvSpPr txBox="1"/>
          <p:nvPr/>
        </p:nvSpPr>
        <p:spPr>
          <a:xfrm>
            <a:off x="7692698" y="3993109"/>
            <a:ext cx="3711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LG Smart Electric Dryer - DLEX9000V</a:t>
            </a:r>
          </a:p>
          <a:p>
            <a:r>
              <a:rPr lang="en-US"/>
              <a:t>9 cu. ft., 230V</a:t>
            </a:r>
          </a:p>
          <a:p>
            <a:r>
              <a:rPr lang="en-US"/>
              <a:t>$1,799.00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071EC-5427-19E0-D9B6-929FFDEE5BCB}"/>
              </a:ext>
            </a:extLst>
          </p:cNvPr>
          <p:cNvSpPr txBox="1"/>
          <p:nvPr/>
        </p:nvSpPr>
        <p:spPr>
          <a:xfrm>
            <a:off x="7525407" y="5729208"/>
            <a:ext cx="327922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>
                <a:hlinkClick r:id="rId4"/>
              </a:rPr>
              <a:t>https://www.usnews.com/360-reviews/home-goods/dryers/lg</a:t>
            </a:r>
            <a:endParaRPr lang="en-US" sz="10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4D0337-F2B7-DC09-E188-ABD96E5BC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699" y="954472"/>
            <a:ext cx="2145862" cy="277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6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B21CD9-06AF-E175-EB45-FEFA654085FD}"/>
              </a:ext>
            </a:extLst>
          </p:cNvPr>
          <p:cNvSpPr txBox="1"/>
          <p:nvPr/>
        </p:nvSpPr>
        <p:spPr>
          <a:xfrm>
            <a:off x="168166" y="252247"/>
            <a:ext cx="4214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Dryer for Washed Cloths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4CEEE-5C06-36DB-6A1F-147F9451C750}"/>
              </a:ext>
            </a:extLst>
          </p:cNvPr>
          <p:cNvSpPr txBox="1"/>
          <p:nvPr/>
        </p:nvSpPr>
        <p:spPr>
          <a:xfrm>
            <a:off x="356461" y="1131376"/>
            <a:ext cx="64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10 BEST Large Capacity Electric Dryers of August 2022</a:t>
            </a:r>
          </a:p>
          <a:p>
            <a:r>
              <a:rPr lang="en-US"/>
              <a:t>https://www.bestreviews.guide/large-capacity-electric-dryer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ED9E93-805B-FCB9-D8EE-9D2C14B4DF1D}"/>
              </a:ext>
            </a:extLst>
          </p:cNvPr>
          <p:cNvSpPr txBox="1"/>
          <p:nvPr/>
        </p:nvSpPr>
        <p:spPr>
          <a:xfrm>
            <a:off x="542440" y="2107769"/>
            <a:ext cx="6617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FRIGIDAIRE FFRE4120SW Dryer,White,Electric,42-7/8" 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 GFD85ESPNDG 28" Front Load Electric Dryer with 7.8 cu. ft. Capacity Stainless Steel Drum Built-in WiFi Sanitize Cycle and Damp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Hotpoint HTX24EASKWS 27 UL Listed Front Load Electric Dryer with 6.2 cu. ft. Capacity 4 Cycles Auto Dry Delicate Cycle Upfront Lint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 GFD55ESSNWW 7.8 Cu. Ft. White Electric Smart Dryer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LG DLE3600V 7.4 cu. ft. Ultra Large Capacity Smart wi-fi Enabled Graphite Front Load Electric Dryer</a:t>
            </a:r>
          </a:p>
        </p:txBody>
      </p:sp>
    </p:spTree>
    <p:extLst>
      <p:ext uri="{BB962C8B-B14F-4D97-AF65-F5344CB8AC3E}">
        <p14:creationId xmlns:p14="http://schemas.microsoft.com/office/powerpoint/2010/main" val="176451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175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78</cp:revision>
  <dcterms:created xsi:type="dcterms:W3CDTF">2022-05-02T00:38:22Z</dcterms:created>
  <dcterms:modified xsi:type="dcterms:W3CDTF">2022-08-17T01:48:53Z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2022-05-02T00:38:23Z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24169d7b-7067-4cc0-93f0-4d109a136a7c</vt:lpwstr>
  </property>
  <property fmtid="{D5CDD505-2E9C-101B-9397-08002B2CF9AE}" pid="8" name="MSIP_Label_4f518368-b969-4042-91d9-8939bd921da2_ContentBits">
    <vt:lpwstr>0</vt:lpwstr>
  </property>
</Properties>
</file>