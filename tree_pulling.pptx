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048"/>
    <p:restoredTop sz="94793"/>
  </p:normalViewPr>
  <p:slideViewPr>
    <p:cSldViewPr snapToGrid="0" snapToObjects="1">
      <p:cViewPr varScale="1">
        <p:scale>
          <a:sx n="79" d="100"/>
          <a:sy n="79" d="100"/>
        </p:scale>
        <p:origin x="208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8DD0-F5B2-15C1-96C2-359AABC4B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79889-D132-4397-0547-895A6BD28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E4CA-9799-18AE-D4BA-5EFDB2627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BB017-65CA-D094-EA2F-FAFBC1BF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27274-3826-028B-64DD-856AA98C7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F12F-3D3D-6A09-2E35-EAD0C90A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8E21-870B-193E-8931-72FD7C38A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E93E1-1A44-D49B-EE6B-0C6F2140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064A9-6EAD-6647-B6CB-F24B6F70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46CF0-740D-F941-2552-93AF0220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6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D88C-E684-0092-0D27-0A9FFD17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4D4E3-9349-5B4E-DEFB-7ADB22929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33B29-2069-185B-154E-83B432798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8DB26-E691-EBF7-87CA-8BD4D97E0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CFEAD-6332-0882-351E-3AD7AFFF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9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5FA89-7A8C-2BF1-56CD-508B1E3A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41508-596D-D8B8-26A5-1B6CEF8D4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1378C-B8B8-D5FE-0A75-376AA5292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08E7F-3616-927D-844D-CBA72BC67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8E9C8-FE23-8D40-43FF-7818A026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E8D37-47EA-3C05-517B-2F85706E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41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0495-D3B5-8FE7-8A3A-C5B2727B1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AB79-3B1C-0ED7-23AF-4A8ADD429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B6335-12A0-B132-55DA-56997016F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1792DF-BF6E-04E5-BFF5-08BD5B478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99D652-4C1F-B377-280F-5B572A11F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AB3D8-A558-F32C-0F6C-8E229513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19288-AD7A-3282-E5DF-333FFFC4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E91949-9DF7-7EFE-416F-D6305FF0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2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23D81-55BB-5F96-1196-26A570348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A9AC36-FAC6-A4C4-5460-EEAEC1B5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B1433-EF97-53CD-FFA5-599DF825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68FD2-26E5-FFE6-4ACD-83B09598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25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5D5769-FB8F-7676-6B25-5EBA32B25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792E3F-F71A-D744-45DE-85B27103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E25D8-219F-7305-3844-4703C5E5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89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D570-06BE-22E1-B810-4D69936F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FEFE4-BB75-6E65-2899-3703E92ED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EB9C2-F3DB-B576-224D-3FDA3DDFF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924BA-FA14-81E6-46BF-4DC0ACFE7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ACD7B-C82D-408A-896E-02E718FB5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B12BD-21E4-1209-4294-DF6CA4FB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13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B197-43DE-26A9-FBD5-F922DB56A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49AB21-2CEA-875A-6CBF-75B078D3A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183E7-34CA-DF9E-984A-606380071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D1642-EBDC-1BB8-58FC-14A4C3ACE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60FC4-1F32-B58B-D652-941B433D0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C0798-2750-3A94-2B3A-695DA7AB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3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7D9F-C985-C4AB-ED45-B78B858B7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AC969-2D60-1CB3-6799-FB9ED2553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8186-263E-FD4A-53F8-A165DADB4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315FA-BCCC-2ABC-ACA2-5E0C6CEF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603C4-A76D-7A84-168E-060D2B06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0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AB02FF-EECD-334D-5725-B39C40CD39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68F00-C914-3B13-0367-6D8129282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E1A78-ED9B-3691-96EB-5C0EB704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E0378-2403-D8A8-54CC-05A3BEED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54D63-4319-317A-696B-C3EA4B47E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1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58682-75F9-C5EA-F27F-548F06300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2A268-0258-C17B-1F8F-68BA2735B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2A94D-D8D6-D318-7837-4C19ED151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86276-9013-2A43-82D1-BA4685C95117}" type="datetimeFigureOut"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D65C9-1B5B-5F28-B659-EB418FAC6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00E21-0F36-45EE-1A56-BB99C66DA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7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11BD24-0B03-B5C5-2989-A9AACC4F03B0}"/>
              </a:ext>
            </a:extLst>
          </p:cNvPr>
          <p:cNvSpPr txBox="1"/>
          <p:nvPr/>
        </p:nvSpPr>
        <p:spPr>
          <a:xfrm>
            <a:off x="0" y="0"/>
            <a:ext cx="52867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Tree Pulling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8A7409-1853-2749-226C-061A1140D5E9}"/>
              </a:ext>
            </a:extLst>
          </p:cNvPr>
          <p:cNvSpPr txBox="1"/>
          <p:nvPr/>
        </p:nvSpPr>
        <p:spPr>
          <a:xfrm>
            <a:off x="252249" y="609600"/>
            <a:ext cx="5034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www.youtube.com</a:t>
            </a:r>
            <a:r>
              <a:rPr lang="en-US" sz="1400" dirty="0"/>
              <a:t>/</a:t>
            </a:r>
            <a:r>
              <a:rPr lang="en-US" sz="1400" dirty="0" err="1"/>
              <a:t>watch?v</a:t>
            </a:r>
            <a:r>
              <a:rPr lang="en-US" sz="1400" dirty="0"/>
              <a:t>=Y4Vke_-cWYg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A8828-E325-C140-5BD6-06906060A4B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8950" y="1724932"/>
            <a:ext cx="2612861" cy="3708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E58656-CFF6-3EE3-1CA8-C4A6167DEDB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5712" y="3748001"/>
            <a:ext cx="3451385" cy="27554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276ED1-16C5-C7F5-4E60-CF696EA9CCC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125" y="4165004"/>
            <a:ext cx="4544066" cy="23384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D19598-AD18-1539-B89E-CFCBD8AFD11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3036" y="130012"/>
            <a:ext cx="4578964" cy="31898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AF0A8E-C785-1138-D90B-769FB443C71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598" y="1397614"/>
            <a:ext cx="3886200" cy="235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358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1EB4B-F34E-A997-A860-9B8D4508F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39FFAF-7E80-4978-13E8-8AACF73C92AB}"/>
              </a:ext>
            </a:extLst>
          </p:cNvPr>
          <p:cNvSpPr txBox="1"/>
          <p:nvPr/>
        </p:nvSpPr>
        <p:spPr>
          <a:xfrm>
            <a:off x="89208" y="200723"/>
            <a:ext cx="52867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Jameson Rope Sniper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FB6A26-F3E1-1FE1-F1E0-65614CEB0E6A}"/>
              </a:ext>
            </a:extLst>
          </p:cNvPr>
          <p:cNvSpPr txBox="1"/>
          <p:nvPr/>
        </p:nvSpPr>
        <p:spPr>
          <a:xfrm>
            <a:off x="341457" y="810323"/>
            <a:ext cx="50344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Jameson Rope Sniper™ (RS-TC-1) is a tool with a swinging frame/guide to place the rope around a branch or a pole.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tool is $75 on amazon.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You mount it on the end of a standard Jameson extension pole (or any compatible 1¼" ferrule pole).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You load your rope into the swinging frame/guide, extend the pole up to the branch or utility pole, and release, dropping the rope precisely where you want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works with throwlines, climbing ropes, and rigging ropes up to 1" in diameter.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DAE87E-88FF-CA55-DC52-EFA97E27E50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3207" y="200723"/>
            <a:ext cx="1569965" cy="22467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A8AF0E-0B2D-FF41-CAB0-5C70F66BA307}"/>
              </a:ext>
            </a:extLst>
          </p:cNvPr>
          <p:cNvSpPr txBox="1"/>
          <p:nvPr/>
        </p:nvSpPr>
        <p:spPr>
          <a:xfrm>
            <a:off x="325128" y="3439223"/>
            <a:ext cx="5034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Other option - Arborist Slingshot  - allows to throw the line rope. It is attached to the end of the pole.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F7E842-18F2-0CE4-CF00-3A0187EB18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6256" y="2975213"/>
            <a:ext cx="2449287" cy="23371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D60BC4-6FFA-0207-FE46-26B1CD3F5935}"/>
              </a:ext>
            </a:extLst>
          </p:cNvPr>
          <p:cNvSpPr txBox="1"/>
          <p:nvPr/>
        </p:nvSpPr>
        <p:spPr>
          <a:xfrm>
            <a:off x="325128" y="5249152"/>
            <a:ext cx="503445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Another option is to simply throw a weight with rope attached.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Another option is to have a nail at the end of long pole, and hang a heavy nut with rope onto this nail. Lift it up around the branch, then turn the pole so that nut slip down from </a:t>
            </a:r>
            <a:r>
              <a:rPr lang="en-US" sz="1400"/>
              <a:t>the nail  </a:t>
            </a:r>
            <a:r>
              <a:rPr lang="en-US" sz="1400" dirty="0"/>
              <a:t>– thus pulling the rope around the branch and down</a:t>
            </a:r>
          </a:p>
        </p:txBody>
      </p:sp>
    </p:spTree>
    <p:extLst>
      <p:ext uri="{BB962C8B-B14F-4D97-AF65-F5344CB8AC3E}">
        <p14:creationId xmlns:p14="http://schemas.microsoft.com/office/powerpoint/2010/main" val="717936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216</Words>
  <Application>Microsoft Macintosh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64</cp:revision>
  <dcterms:created xsi:type="dcterms:W3CDTF">2022-05-02T00:38:22Z</dcterms:created>
  <dcterms:modified xsi:type="dcterms:W3CDTF">2026-04-01T00:47:25Z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2022-05-02T00:38:23Z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24169d7b-7067-4cc0-93f0-4d109a136a7c</vt:lpwstr>
  </property>
  <property fmtid="{D5CDD505-2E9C-101B-9397-08002B2CF9AE}" pid="8" name="MSIP_Label_4f518368-b969-4042-91d9-8939bd921da2_ContentBits">
    <vt:lpwstr>0</vt:lpwstr>
  </property>
</Properties>
</file>