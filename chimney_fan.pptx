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18"/>
    <p:restoredTop sz="91331"/>
  </p:normalViewPr>
  <p:slideViewPr>
    <p:cSldViewPr snapToGrid="0" snapToObjects="1">
      <p:cViewPr varScale="1">
        <p:scale>
          <a:sx n="124" d="100"/>
          <a:sy n="124" d="100"/>
        </p:scale>
        <p:origin x="17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12/31/22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tradepriceflues.com/blog/chimney-fan-buying-guide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63547-3461-AE07-C75E-7594C61EA810}"/>
              </a:ext>
            </a:extLst>
          </p:cNvPr>
          <p:cNvSpPr txBox="1"/>
          <p:nvPr/>
        </p:nvSpPr>
        <p:spPr>
          <a:xfrm>
            <a:off x="3542351" y="485282"/>
            <a:ext cx="457508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B0F0"/>
                </a:solidFill>
              </a:rPr>
              <a:t>Chimney Fan</a:t>
            </a:r>
          </a:p>
          <a:p>
            <a:pPr algn="ctr"/>
            <a:r>
              <a:rPr lang="en-US" sz="4400" b="1" dirty="0">
                <a:solidFill>
                  <a:srgbClr val="00B0F0"/>
                </a:solidFill>
              </a:rPr>
              <a:t>Draft Inducer</a:t>
            </a:r>
          </a:p>
          <a:p>
            <a:pPr algn="ctr"/>
            <a:r>
              <a:rPr lang="en-US" sz="2400" b="1" dirty="0">
                <a:solidFill>
                  <a:srgbClr val="00B0F0"/>
                </a:solidFill>
              </a:rPr>
              <a:t>Prevent wood stove exhaust from entering the room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0E4DA9-E4F2-E34E-F919-6BBBAEFDD7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423" y="3812248"/>
            <a:ext cx="2305957" cy="2184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4134FA-9C86-1ED0-6854-E397FF55163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1380" y="3812248"/>
            <a:ext cx="2305957" cy="2196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DCCB36-5A5C-A131-2897-5A5F969C3C0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109" y="3812248"/>
            <a:ext cx="2154185" cy="2196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3BD7ED-07BD-CB55-974C-D87E032C35B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570" y="554496"/>
            <a:ext cx="1832429" cy="1810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87E69D-57C4-BE32-103D-5EFE0C6250A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6224" y="306965"/>
            <a:ext cx="1541114" cy="18841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9074FB-33E1-EC08-AE2A-42103F180C41}"/>
              </a:ext>
            </a:extLst>
          </p:cNvPr>
          <p:cNvSpPr txBox="1"/>
          <p:nvPr/>
        </p:nvSpPr>
        <p:spPr>
          <a:xfrm>
            <a:off x="7973607" y="3589507"/>
            <a:ext cx="3822970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Tip:</a:t>
            </a:r>
          </a:p>
          <a:p>
            <a:r>
              <a:rPr lang="en-US" sz="1400" dirty="0"/>
              <a:t>to prevent the smoke from getting into the room when you ignite the fire: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00B050"/>
                </a:solidFill>
              </a:rPr>
              <a:t>simply open the outer door or window to remove the air pressure difference between the room and outside.</a:t>
            </a:r>
          </a:p>
        </p:txBody>
      </p:sp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BE494A-1D70-975A-2B84-2CAE063F22B7}"/>
              </a:ext>
            </a:extLst>
          </p:cNvPr>
          <p:cNvSpPr txBox="1"/>
          <p:nvPr/>
        </p:nvSpPr>
        <p:spPr>
          <a:xfrm>
            <a:off x="54591" y="384720"/>
            <a:ext cx="4681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2"/>
              </a:rPr>
              <a:t>https://</a:t>
            </a:r>
            <a:r>
              <a:rPr lang="en-US" sz="1200" dirty="0" err="1">
                <a:hlinkClick r:id="rId2"/>
              </a:rPr>
              <a:t>www.tradepriceflues.com</a:t>
            </a:r>
            <a:r>
              <a:rPr lang="en-US" sz="1200" dirty="0">
                <a:hlinkClick r:id="rId2"/>
              </a:rPr>
              <a:t>/blog/chimney-fan-buying-guide/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475A5C-E72F-911E-3F14-7C12E6A230A9}"/>
              </a:ext>
            </a:extLst>
          </p:cNvPr>
          <p:cNvSpPr txBox="1"/>
          <p:nvPr/>
        </p:nvSpPr>
        <p:spPr>
          <a:xfrm>
            <a:off x="1037085" y="1443841"/>
            <a:ext cx="5402626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chimney fan is a remote-controlled fan which is fitted either at the top of your chimney or to a twin wall flue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chimney fans work by creating negative pressure within the chimney flue pulling gases from the room into the chimney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easier to light the fireplace, prevent smoke entering the room (especially in winter)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fireplace becomes 10-15% more efficient, cleaner burning, less smoke and dirt/particles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maintains consistent chimney draw, better stable performance during bad stormy weather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protection against birds (birds nests can block chimneys)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specific fans for different temperatures (up to 500ºC) and fuels (solid, gas, oil, 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manual or automatic control of speed to maintain draught in the chimney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fan usually uses less than 40 Watts. The wire runs from the fan down into your 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control unit is usually installed on the wall near the fireplace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B930F-5D5D-F26B-BBCB-72F4AF95ED6F}"/>
              </a:ext>
            </a:extLst>
          </p:cNvPr>
          <p:cNvSpPr txBox="1"/>
          <p:nvPr/>
        </p:nvSpPr>
        <p:spPr>
          <a:xfrm>
            <a:off x="0" y="0"/>
            <a:ext cx="4790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Chimney Fan Buying Guide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4F1353-29EF-A4BA-3F62-875C1A39497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6513" y="523219"/>
            <a:ext cx="3650364" cy="281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74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C287DC-8697-95EE-87E2-722FB7D0025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923" y="733664"/>
            <a:ext cx="2169268" cy="22333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8E18E6-3C5C-495D-0D10-E8260D137553}"/>
              </a:ext>
            </a:extLst>
          </p:cNvPr>
          <p:cNvSpPr txBox="1"/>
          <p:nvPr/>
        </p:nvSpPr>
        <p:spPr>
          <a:xfrm>
            <a:off x="16213" y="0"/>
            <a:ext cx="4980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Anti-Backdraft Damper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7C5F5E-E079-5449-525B-0313CE20A30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904" y="3318213"/>
            <a:ext cx="2211320" cy="2233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70FDEA-A661-14B8-993C-FF54FF55641D}"/>
              </a:ext>
            </a:extLst>
          </p:cNvPr>
          <p:cNvSpPr txBox="1"/>
          <p:nvPr/>
        </p:nvSpPr>
        <p:spPr>
          <a:xfrm>
            <a:off x="2959198" y="2059083"/>
            <a:ext cx="3412641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Typically, the backdraft damper is situated into the duct system and prevents air from the outside coming into your home. </a:t>
            </a:r>
          </a:p>
          <a:p>
            <a:endParaRPr lang="en-US" sz="1400" dirty="0"/>
          </a:p>
          <a:p>
            <a:r>
              <a:rPr lang="en-US" sz="1400" dirty="0"/>
              <a:t>Dampers are built with blades designed to allow air to flow through in one direction out of the house, keeping cold air outside during the winter months.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512EED-9C70-E0C9-B7F9-6A2AB3744983}"/>
              </a:ext>
            </a:extLst>
          </p:cNvPr>
          <p:cNvSpPr txBox="1"/>
          <p:nvPr/>
        </p:nvSpPr>
        <p:spPr>
          <a:xfrm>
            <a:off x="4665519" y="4903989"/>
            <a:ext cx="3553691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 louver is a window blind or shutter with horizontal slats that are angled to admit air, but to keep out rain. The angle of the slats may be adjustable or fixed.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A5364-58F7-DE3E-F222-96A145BBECB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8014" y="4434893"/>
            <a:ext cx="35687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148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311</Words>
  <Application>Microsoft Macintosh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48</cp:revision>
  <dcterms:created xsi:type="dcterms:W3CDTF">2022-06-02T16:58:09Z</dcterms:created>
  <dcterms:modified xsi:type="dcterms:W3CDTF">2022-12-31T20:49:40Z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