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61" r:id="rId2"/>
    <p:sldId id="262" r:id="rId3"/>
    <p:sldId id="263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10"/>
    <p:restoredTop sz="91405"/>
  </p:normalViewPr>
  <p:slideViewPr>
    <p:cSldViewPr snapToGrid="0" snapToObjects="1">
      <p:cViewPr varScale="1">
        <p:scale>
          <a:sx n="125" d="100"/>
          <a:sy n="125" d="100"/>
        </p:scale>
        <p:origin x="19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843BDE-B8C0-934E-9704-CBA3B88C1FB8}" type="datetimeFigureOut">
              <a:rPr lang="en-US" smtClean="0"/>
              <a:t>2/10/24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8B91EE-EA77-074C-ABDE-BAE6359B4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519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8B91EE-EA77-074C-ABDE-BAE6359B4E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82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8B91EE-EA77-074C-ABDE-BAE6359B4E9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397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E2001-545C-99D0-05A3-34EAAB5CA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9392E-8F18-4AD6-D26D-2EAA93E408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72907-66C1-84CC-5E24-AFA53AA94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5FB7D5-126E-2993-4CA4-5B643C76FA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8B91EE-EA77-074C-ABDE-BAE6359B4E9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948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2/10/24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hyperlink" Target="https://www.andersenwindows.com/" TargetMode="External"/><Relationship Id="rId7" Type="http://schemas.openxmlformats.org/officeDocument/2006/relationships/hyperlink" Target="https://www.youtube.com/watch?v=sBZzJ-IhidI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3jjh4aQmQ3Q" TargetMode="External"/><Relationship Id="rId5" Type="http://schemas.openxmlformats.org/officeDocument/2006/relationships/hyperlink" Target="https://parts.andersenwindows.com/detail_2579045__d_fwh_hng.html" TargetMode="External"/><Relationship Id="rId10" Type="http://schemas.openxmlformats.org/officeDocument/2006/relationships/image" Target="../media/image8.png"/><Relationship Id="rId4" Type="http://schemas.openxmlformats.org/officeDocument/2006/relationships/hyperlink" Target="https://www.parts.andersenwindows.com/" TargetMode="External"/><Relationship Id="rId9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0" y="9719"/>
            <a:ext cx="35705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0F1111"/>
                </a:solidFill>
                <a:effectLst/>
              </a:rPr>
              <a:t>Corner Cabinet Hinges</a:t>
            </a:r>
            <a:endParaRPr lang="en-US" sz="2800" b="1" dirty="0">
              <a:solidFill>
                <a:srgbClr val="00B0F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EEE014-D245-45FF-8457-AA1EEFF9D2D0}"/>
              </a:ext>
            </a:extLst>
          </p:cNvPr>
          <p:cNvSpPr txBox="1"/>
          <p:nvPr/>
        </p:nvSpPr>
        <p:spPr>
          <a:xfrm>
            <a:off x="-16467" y="2602202"/>
            <a:ext cx="27529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www.cabinetparts.com</a:t>
            </a:r>
            <a:r>
              <a:rPr lang="en-US" sz="1000" dirty="0"/>
              <a:t>/p/grass-hinges-european-cabinet-hinges-GHA90700-p23470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F2716AE-EB73-07B2-DB84-1F779CBE3B98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331" y="601187"/>
            <a:ext cx="2325483" cy="204107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F272B78-8344-E27A-4CCD-84AAF4EABC6E}"/>
              </a:ext>
            </a:extLst>
          </p:cNvPr>
          <p:cNvSpPr txBox="1"/>
          <p:nvPr/>
        </p:nvSpPr>
        <p:spPr>
          <a:xfrm>
            <a:off x="1" y="5257777"/>
            <a:ext cx="25418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modernhardware.com</a:t>
            </a:r>
            <a:r>
              <a:rPr lang="en-US" sz="1000" dirty="0"/>
              <a:t>/product/pie-cut-corner-hinge/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AC7CF661-FECB-0A15-2FF3-6347904B0B5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4236" y="3024675"/>
            <a:ext cx="2492199" cy="2210739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3A9010A3-E8EC-D86A-094C-346D07EF8F0D}"/>
              </a:ext>
            </a:extLst>
          </p:cNvPr>
          <p:cNvSpPr txBox="1"/>
          <p:nvPr/>
        </p:nvSpPr>
        <p:spPr>
          <a:xfrm>
            <a:off x="6466115" y="4796112"/>
            <a:ext cx="30915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www.amazon.com</a:t>
            </a:r>
            <a:r>
              <a:rPr lang="en-US" sz="1000" dirty="0"/>
              <a:t>/Pie-Cut-Corner-Hinge-Dimensional/</a:t>
            </a:r>
            <a:r>
              <a:rPr lang="en-US" sz="1000" dirty="0" err="1"/>
              <a:t>dp</a:t>
            </a:r>
            <a:r>
              <a:rPr lang="en-US" sz="1000" dirty="0"/>
              <a:t>/B0106BZI86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15CF353-1264-5F18-37F0-D87C64B3057A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0950" y="532939"/>
            <a:ext cx="6184900" cy="408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-1" y="9719"/>
            <a:ext cx="48232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0F1111"/>
                </a:solidFill>
                <a:effectLst/>
              </a:rPr>
              <a:t>Handed #65 </a:t>
            </a:r>
            <a:r>
              <a:rPr lang="en-US" sz="2800" b="1" i="0" dirty="0" err="1">
                <a:solidFill>
                  <a:srgbClr val="0F1111"/>
                </a:solidFill>
                <a:effectLst/>
              </a:rPr>
              <a:t>Youngdale</a:t>
            </a:r>
            <a:r>
              <a:rPr lang="en-US" sz="2800" b="1" i="0" dirty="0">
                <a:solidFill>
                  <a:srgbClr val="0F1111"/>
                </a:solidFill>
                <a:effectLst/>
              </a:rPr>
              <a:t> Hinge</a:t>
            </a:r>
            <a:endParaRPr lang="en-US" sz="2800" b="1" dirty="0">
              <a:solidFill>
                <a:srgbClr val="00B0F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E85696-1268-A8A5-5A8D-1642D5CAAC5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34538" y="1011116"/>
            <a:ext cx="3429000" cy="3429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F189C4-4B20-7927-962C-8FB813802C8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76908" y="1011115"/>
            <a:ext cx="2664527" cy="3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357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BCE40-FAC2-06AC-AEEE-247099B3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F4EAFB-0C3B-FE5C-A059-BF43CDE1F9EF}"/>
              </a:ext>
            </a:extLst>
          </p:cNvPr>
          <p:cNvSpPr txBox="1"/>
          <p:nvPr/>
        </p:nvSpPr>
        <p:spPr>
          <a:xfrm>
            <a:off x="-1" y="9719"/>
            <a:ext cx="7660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b="1" i="0" dirty="0" err="1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Frenchwood</a:t>
            </a:r>
            <a:r>
              <a:rPr lang="en-US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 Inswing Patio Door (Pre-2005) | Andersen Windows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2540F8-2C96-97E9-50FA-280F0B083D20}"/>
              </a:ext>
            </a:extLst>
          </p:cNvPr>
          <p:cNvSpPr txBox="1"/>
          <p:nvPr/>
        </p:nvSpPr>
        <p:spPr>
          <a:xfrm>
            <a:off x="57749" y="486507"/>
            <a:ext cx="4114800" cy="33547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Andersen Windows &amp; Doors - </a:t>
            </a:r>
            <a:r>
              <a:rPr lang="en-US" sz="10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https://www.andersenwindows.com</a:t>
            </a:r>
            <a:endParaRPr lang="en-US" sz="10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1-800-426-4261</a:t>
            </a:r>
          </a:p>
          <a:p>
            <a:endParaRPr lang="en-US" sz="14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Parts - </a:t>
            </a:r>
            <a:r>
              <a:rPr lang="en-US" sz="10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https://www.parts.andersenwindows.com</a:t>
            </a:r>
            <a:endParaRPr lang="en-US" sz="10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1-888-888-7020</a:t>
            </a:r>
          </a:p>
          <a:p>
            <a:endParaRPr lang="en-US" sz="14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need 5/32" hex wrench</a:t>
            </a:r>
          </a:p>
          <a:p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</a:t>
            </a:r>
            <a:r>
              <a:rPr lang="en-US" sz="1000" i="0" dirty="0" err="1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parts.andersenwindows.com</a:t>
            </a:r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/detail_2579045__d_fwh_hng.html</a:t>
            </a:r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sz="1400" i="0" dirty="0">
              <a:solidFill>
                <a:srgbClr val="0F0F0F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Adjusting A </a:t>
            </a:r>
            <a:r>
              <a:rPr lang="en-US" sz="1400" i="0" dirty="0" err="1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Frenchwood</a:t>
            </a:r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Inswing Patio Door (Pre-2005)</a:t>
            </a:r>
          </a:p>
          <a:p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</a:t>
            </a:r>
            <a:r>
              <a:rPr lang="en-US" sz="1000" i="0" dirty="0" err="1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www.youtube.com</a:t>
            </a:r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/</a:t>
            </a:r>
            <a:r>
              <a:rPr lang="en-US" sz="1000" i="0" dirty="0" err="1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watch?v</a:t>
            </a:r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=3jjh4aQmQ3Q</a:t>
            </a:r>
            <a:endParaRPr lang="en-US" sz="1000" i="0" dirty="0">
              <a:solidFill>
                <a:srgbClr val="0F0F0F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i="0" dirty="0">
              <a:solidFill>
                <a:srgbClr val="0F0F0F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Adjusting an Anderson Door that Rubs</a:t>
            </a:r>
          </a:p>
          <a:p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https://www.youtube.com/watch?v=sBZzJ-IhidI</a:t>
            </a:r>
            <a:endParaRPr lang="en-US" sz="10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26" name="Picture 2" descr="Adjusting A Frenchwood Inswing Patio Door (Pre-2005) | Andersen Windows -  YouTube">
            <a:extLst>
              <a:ext uri="{FF2B5EF4-FFF2-40B4-BE49-F238E27FC236}">
                <a16:creationId xmlns:a16="http://schemas.microsoft.com/office/drawing/2014/main" id="{CEF30CB7-0696-B0FB-3B7F-A320EE23F4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60663" y="719966"/>
            <a:ext cx="4734560" cy="2663190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ndersen Patio Door Hinge 1992-2005 - Left - Oil Rubbed Bronze - 2579574  7165-12">
            <a:extLst>
              <a:ext uri="{FF2B5EF4-FFF2-40B4-BE49-F238E27FC236}">
                <a16:creationId xmlns:a16="http://schemas.microsoft.com/office/drawing/2014/main" id="{744BF381-20B7-61FD-1A28-C6AFF44C38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72720" y="3917950"/>
            <a:ext cx="2770470" cy="2797810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D4394FC-D1D9-F361-3B76-4BF1E090F672}"/>
              </a:ext>
            </a:extLst>
          </p:cNvPr>
          <p:cNvSpPr txBox="1"/>
          <p:nvPr/>
        </p:nvSpPr>
        <p:spPr>
          <a:xfrm>
            <a:off x="4331371" y="719966"/>
            <a:ext cx="2770470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There are 3 hex-head screws. The regulation is done by the central one.</a:t>
            </a:r>
          </a:p>
          <a:p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1. loosen the top and bottom</a:t>
            </a:r>
          </a:p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2. regulate the middle (screw-in or out to decrease or increase the opening)</a:t>
            </a:r>
          </a:p>
          <a:p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3. tighten the top and bottom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EF3AE3-0CC4-EF6E-4DBF-2E113DCE69FF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0134" y="3552190"/>
            <a:ext cx="1926405" cy="29400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737935D-E707-14BF-B756-82C276AA6A2D}"/>
              </a:ext>
            </a:extLst>
          </p:cNvPr>
          <p:cNvSpPr txBox="1"/>
          <p:nvPr/>
        </p:nvSpPr>
        <p:spPr>
          <a:xfrm>
            <a:off x="6353210" y="4865246"/>
            <a:ext cx="3156549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There is also up/down adjustment of the hinge – screw-in/out to move up/down</a:t>
            </a:r>
            <a:endParaRPr lang="en-US" sz="14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3730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700</TotalTime>
  <Words>209</Words>
  <Application>Microsoft Macintosh PowerPoint</Application>
  <PresentationFormat>Widescreen</PresentationFormat>
  <Paragraphs>28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Roboto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69</cp:revision>
  <dcterms:created xsi:type="dcterms:W3CDTF">2022-06-02T16:58:09Z</dcterms:created>
  <dcterms:modified xsi:type="dcterms:W3CDTF">2024-02-10T17:18:21Z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