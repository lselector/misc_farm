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12"/>
    <p:restoredTop sz="91405"/>
  </p:normalViewPr>
  <p:slideViewPr>
    <p:cSldViewPr snapToGrid="0" snapToObjects="1">
      <p:cViewPr varScale="1">
        <p:scale>
          <a:sx n="127" d="100"/>
          <a:sy n="127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43BDE-B8C0-934E-9704-CBA3B88C1FB8}" type="datetimeFigureOut">
              <a:rPr lang="en-US" smtClean="0"/>
              <a:t>2/11/23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B91EE-EA77-074C-ABDE-BAE6359B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1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97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2/11/23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0" y="9719"/>
            <a:ext cx="3570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1111"/>
                </a:solidFill>
                <a:effectLst/>
              </a:rPr>
              <a:t>Corner Cabinet Hinges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EE014-D245-45FF-8457-AA1EEFF9D2D0}"/>
              </a:ext>
            </a:extLst>
          </p:cNvPr>
          <p:cNvSpPr txBox="1"/>
          <p:nvPr/>
        </p:nvSpPr>
        <p:spPr>
          <a:xfrm>
            <a:off x="-16467" y="2602202"/>
            <a:ext cx="2752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www.cabinetparts.com</a:t>
            </a:r>
            <a:r>
              <a:rPr lang="en-US" sz="1000" dirty="0"/>
              <a:t>/p/grass-hinges-european-cabinet-hinges-GHA90700-p23470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F2716AE-EB73-07B2-DB84-1F779CBE3B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331" y="601187"/>
            <a:ext cx="2325483" cy="20410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F272B78-8344-E27A-4CCD-84AAF4EABC6E}"/>
              </a:ext>
            </a:extLst>
          </p:cNvPr>
          <p:cNvSpPr txBox="1"/>
          <p:nvPr/>
        </p:nvSpPr>
        <p:spPr>
          <a:xfrm>
            <a:off x="1" y="5257777"/>
            <a:ext cx="2541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modernhardware.com</a:t>
            </a:r>
            <a:r>
              <a:rPr lang="en-US" sz="1000" dirty="0"/>
              <a:t>/product/pie-cut-corner-hinge/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C7CF661-FECB-0A15-2FF3-6347904B0B5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236" y="3024675"/>
            <a:ext cx="2492199" cy="22107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A9010A3-E8EC-D86A-094C-346D07EF8F0D}"/>
              </a:ext>
            </a:extLst>
          </p:cNvPr>
          <p:cNvSpPr txBox="1"/>
          <p:nvPr/>
        </p:nvSpPr>
        <p:spPr>
          <a:xfrm>
            <a:off x="6466115" y="4796112"/>
            <a:ext cx="3091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www.amazon.com</a:t>
            </a:r>
            <a:r>
              <a:rPr lang="en-US" sz="1000" dirty="0"/>
              <a:t>/Pie-Cut-Corner-Hinge-Dimensional/</a:t>
            </a:r>
            <a:r>
              <a:rPr lang="en-US" sz="1000" dirty="0" err="1"/>
              <a:t>dp</a:t>
            </a:r>
            <a:r>
              <a:rPr lang="en-US" sz="1000" dirty="0"/>
              <a:t>/B0106BZI86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15CF353-1264-5F18-37F0-D87C64B3057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0950" y="532939"/>
            <a:ext cx="61849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-1" y="9719"/>
            <a:ext cx="4823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1111"/>
                </a:solidFill>
                <a:effectLst/>
              </a:rPr>
              <a:t>Handed #65 </a:t>
            </a:r>
            <a:r>
              <a:rPr lang="en-US" sz="2800" b="1" i="0" dirty="0" err="1">
                <a:solidFill>
                  <a:srgbClr val="0F1111"/>
                </a:solidFill>
                <a:effectLst/>
              </a:rPr>
              <a:t>Youngdale</a:t>
            </a:r>
            <a:r>
              <a:rPr lang="en-US" sz="2800" b="1" i="0" dirty="0">
                <a:solidFill>
                  <a:srgbClr val="0F1111"/>
                </a:solidFill>
                <a:effectLst/>
              </a:rPr>
              <a:t> Hinge</a:t>
            </a:r>
            <a:endParaRPr lang="en-US" sz="2800" b="1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85696-1268-A8A5-5A8D-1642D5CAAC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4538" y="1011116"/>
            <a:ext cx="3429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F189C4-4B20-7927-962C-8FB813802C8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6908" y="1011115"/>
            <a:ext cx="2664527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5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44</Words>
  <Application>Microsoft Macintosh PowerPoint</Application>
  <PresentationFormat>Widescreen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67</cp:revision>
  <dcterms:created xsi:type="dcterms:W3CDTF">2022-06-02T16:58:09Z</dcterms:created>
  <dcterms:modified xsi:type="dcterms:W3CDTF">2023-02-12T00:36:37Z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