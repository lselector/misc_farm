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73"/>
    <p:restoredTop sz="91421"/>
  </p:normalViewPr>
  <p:slideViewPr>
    <p:cSldViewPr snapToGrid="0" snapToObjects="1">
      <p:cViewPr varScale="1">
        <p:scale>
          <a:sx n="102" d="100"/>
          <a:sy n="102" d="100"/>
        </p:scale>
        <p:origin x="200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E78-4330-193B-B423-8314C6762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0FDA-9F58-7E15-C3A0-BCA67A1B6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D1846-5607-2F80-FE77-B45D1134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10/16/22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9EC29-87F8-BE2D-794A-6DA47225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0454-B433-410E-0FF8-FC352828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760B-86A2-A753-7B95-0F58C129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6CB2F-877F-D8BF-FD37-54A9FCD9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5966-DCE9-9278-FC75-7505EFC8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10/16/22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6C7F-3558-A2B7-B9CB-C865542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B692-9BC3-C542-CF13-B75CF481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2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01A7-590C-E867-7D0C-AE29A5E7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C844-B762-199D-E840-4432CFA9E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83D9-6582-F301-0C23-DFC25549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10/16/22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132C-12F6-FB49-15E9-71DC67F2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5F5A6-E475-572D-EB19-BDCB29C2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E54A-D232-E13B-03B8-197985E4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FE80-6415-A129-A133-13F4E6963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4163-2BC5-67B8-C044-B2B91150F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24A9F-6EBE-F2FD-B790-457A880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10/16/22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65A11-D3B2-DAF0-6C96-3A013B4B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8667-6987-698C-D3F8-33E4C2F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3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EB9B-3B5A-BAA4-1104-35CFEE51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AF77-D30B-078E-7377-864E20041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3BB66-8448-BDCE-8885-0DCCD1D2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4BBBE-287A-8A3C-D9AC-73777D133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C8599-617C-397F-DC3D-826467AD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5D750-7437-B1AA-EDBA-8CE16147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10/16/22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2CB5-60FB-BFE3-7C57-6D71206F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E5366-9BBC-DD63-6667-F2ABAD0C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0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02E0-2360-8A3B-C660-0EEE2283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61752-B6B9-B0D3-79D0-BA63B329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10/16/22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9FDB9-28AA-E5EE-0E6F-1C87098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A72C3-CCD3-E994-0553-1649E7C0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FBEF-93F3-4398-ABDE-E19A2BE6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10/16/22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4BDFD-B5CF-6FE3-E5D7-46013C2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5C03-7815-0295-8D6D-6E94DCC4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0438-A2C9-EC42-359F-79480BB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C04E-128D-0581-C7DA-E12F971B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F62C-C89B-1A1C-EE71-DFB3CCC8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FE63-1511-35E5-E243-54A541D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10/16/22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8C57B-944F-63EC-027D-0775FFD3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95C2-F629-DCC1-1A34-EFD210A3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C171-16B5-30EF-DF6B-EA8297BF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C62FB-CB34-C301-34F2-0BC3B063A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4D87E-859D-4374-028E-34A7E096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E7CC-E810-603C-A310-365D6E2E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10/16/22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1FA3-03C6-243F-1B00-D8C263B8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7296-43FF-9B1B-273A-D8A59A1A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347D-D077-DA5B-BCBF-255D910F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969ED-67C2-311E-252D-6A110850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FBA1-3C89-EC11-74D4-20B92AAF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10/16/22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745B-5BAE-F9D3-47E4-0138D1CE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0326-C5CD-0886-9BE9-A7F7DB74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0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2BAD8-9CAB-A380-AAC3-A59F3A32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29A6E-D831-F47F-A2AE-F6E1AFD2D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4713-8CBC-B5EB-3BDB-7F46E4C8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10/16/22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14CE-5D3F-6AF3-1B95-C1BCD7CE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F38C-1773-F5A8-9806-A23E993F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680EF-BCA9-239E-5CBB-C870C41B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FCFB0-9A1E-EE20-9776-1EF4CAC7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2FEA-8E7F-70CC-474B-CC138894A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91023-0B0A-7041-9F06-D25A50EF063B}" type="datetimeFigureOut">
              <a:t>10/16/22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8BAB-55F6-6894-580A-32AFD578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BF367-BF67-C7BE-7EC4-9DB85C434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163547-3461-AE07-C75E-7594C61EA810}"/>
              </a:ext>
            </a:extLst>
          </p:cNvPr>
          <p:cNvSpPr txBox="1"/>
          <p:nvPr/>
        </p:nvSpPr>
        <p:spPr>
          <a:xfrm>
            <a:off x="4368904" y="1003827"/>
            <a:ext cx="345419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00B0F0"/>
                </a:solidFill>
              </a:rPr>
              <a:t>Wood Chipper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655759-F48C-8A54-0B76-14B9D9FB56DC}"/>
              </a:ext>
            </a:extLst>
          </p:cNvPr>
          <p:cNvSpPr txBox="1"/>
          <p:nvPr/>
        </p:nvSpPr>
        <p:spPr>
          <a:xfrm>
            <a:off x="826717" y="4008329"/>
            <a:ext cx="79039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Desired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Should be able to process branch diameter at least 3" (new: $900 - $1,300)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Better to process up to 4" .. 6" (new: $1,600 - $2,600 and more)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Gas engine power should be ~10HP or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Should have wheels and trailer towing hitch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4ECE9B-0FC4-B5DA-4062-E0F5D909E29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95875" y="3657599"/>
            <a:ext cx="2647203" cy="259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19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62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26</cp:revision>
  <dcterms:created xsi:type="dcterms:W3CDTF">2022-06-02T16:58:09Z</dcterms:created>
  <dcterms:modified xsi:type="dcterms:W3CDTF">2022-10-16T13:50:09Z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2022-06-02T16:58:10Z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93134c22-9ab4-41e7-a5b4-b1f73aac775b</vt:lpwstr>
  </property>
  <property fmtid="{D5CDD505-2E9C-101B-9397-08002B2CF9AE}" pid="8" name="MSIP_Label_4f518368-b969-4042-91d9-8939bd921da2_ContentBits">
    <vt:lpwstr>0</vt:lpwstr>
  </property>
</Properties>
</file>