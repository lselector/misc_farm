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3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29"/>
    <p:restoredTop sz="92815"/>
  </p:normalViewPr>
  <p:slideViewPr>
    <p:cSldViewPr snapToGrid="0" snapToObjects="1">
      <p:cViewPr varScale="1">
        <p:scale>
          <a:sx n="73" d="100"/>
          <a:sy n="73" d="100"/>
        </p:scale>
        <p:origin x="21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F0CDBA-47CC-E641-8EFA-8D71A6B4AFF3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68A85-6EDC-9C48-AD36-62FBA7672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185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8DD0-F5B2-15C1-96C2-359AABC4B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79889-D132-4397-0547-895A6BD28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4E4CA-9799-18AE-D4BA-5EFDB262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B017-65CA-D094-EA2F-FAFBC1BF4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27274-3826-028B-64DD-856AA98C7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F12F-3D3D-6A09-2E35-EAD0C90AC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8E21-870B-193E-8931-72FD7C38AA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93E1-1A44-D49B-EE6B-0C6F21404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64A9-6EAD-6647-B6CB-F24B6F70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46CF0-740D-F941-2552-93AF0220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6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D88C-E684-0092-0D27-0A9FFD171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4D4E3-9349-5B4E-DEFB-7ADB22929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33B29-2069-185B-154E-83B43279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8DB26-E691-EBF7-87CA-8BD4D97E0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CFEAD-6332-0882-351E-3AD7AFFF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9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5FA89-7A8C-2BF1-56CD-508B1E3A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41508-596D-D8B8-26A5-1B6CEF8D4A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1378C-B8B8-D5FE-0A75-376AA5292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A08E7F-3616-927D-844D-CBA72BC67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58E9C8-FE23-8D40-43FF-7818A026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E8D37-47EA-3C05-517B-2F85706E1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41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0495-D3B5-8FE7-8A3A-C5B2727B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5AB79-3B1C-0ED7-23AF-4A8ADD42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B6335-12A0-B132-55DA-56997016F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1792DF-BF6E-04E5-BFF5-08BD5B4788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D652-4C1F-B377-280F-5B572A11F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3AB3D8-A558-F32C-0F6C-8E229513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19288-AD7A-3282-E5DF-333FFFC4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E91949-9DF7-7EFE-416F-D6305FF0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2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3D81-55BB-5F96-1196-26A57034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A9AC36-FAC6-A4C4-5460-EEAEC1B5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B1433-EF97-53CD-FFA5-599DF825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68FD2-26E5-FFE6-4ACD-83B095981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25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D5769-FB8F-7676-6B25-5EBA32B25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792E3F-F71A-D744-45DE-85B27103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E25D8-219F-7305-3844-4703C5E5F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8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D570-06BE-22E1-B810-4D69936FD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FEFE4-BB75-6E65-2899-3703E92ED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B9C2-F3DB-B576-224D-3FDA3DDFF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924BA-FA14-81E6-46BF-4DC0ACFE7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ACD7B-C82D-408A-896E-02E718FB5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FB12BD-21E4-1209-4294-DF6CA4FB3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13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B197-43DE-26A9-FBD5-F922DB56A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49AB21-2CEA-875A-6CBF-75B078D3A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7183E7-34CA-DF9E-984A-606380071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D1642-EBDC-1BB8-58FC-14A4C3ACE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60FC4-1F32-B58B-D652-941B433D0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C0798-2750-3A94-2B3A-695DA7AB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3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D9F-C985-C4AB-ED45-B78B858B7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6AC969-2D60-1CB3-6799-FB9ED2553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8186-263E-FD4A-53F8-A165DADB4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315FA-BCCC-2ABC-ACA2-5E0C6CEF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603C4-A76D-7A84-168E-060D2B068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0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AB02FF-EECD-334D-5725-B39C40CD3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68F00-C914-3B13-0367-6D8129282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E1A78-ED9B-3691-96EB-5C0EB704C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E0378-2403-D8A8-54CC-05A3BEE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54D63-4319-317A-696B-C3EA4B47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1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58682-75F9-C5EA-F27F-548F06300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2A268-0258-C17B-1F8F-68BA2735B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A94D-D8D6-D318-7837-4C19ED151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86276-9013-2A43-82D1-BA4685C95117}" type="datetimeFigureOut">
              <a:t>5/30/26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D65C9-1B5B-5F28-B659-EB418FAC6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0E21-0F36-45EE-1A56-BB99C66DA9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7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4s-oE-VQwg" TargetMode="External"/><Relationship Id="rId2" Type="http://schemas.openxmlformats.org/officeDocument/2006/relationships/hyperlink" Target="https://www.youtube.com/watch?v=tXHKtBk9IE0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5BBD15-AEC2-1815-2347-A5BB8F308263}"/>
              </a:ext>
            </a:extLst>
          </p:cNvPr>
          <p:cNvSpPr txBox="1"/>
          <p:nvPr/>
        </p:nvSpPr>
        <p:spPr>
          <a:xfrm>
            <a:off x="87497" y="52860"/>
            <a:ext cx="53175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Solar</a:t>
            </a:r>
            <a:endParaRPr lang="en-US" sz="2400" b="1" i="0" dirty="0">
              <a:solidFill>
                <a:srgbClr val="333333"/>
              </a:solidFill>
              <a:effectLst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AF9AA-7188-244D-4207-3D6194A6A33F}"/>
              </a:ext>
            </a:extLst>
          </p:cNvPr>
          <p:cNvSpPr txBox="1"/>
          <p:nvPr/>
        </p:nvSpPr>
        <p:spPr>
          <a:xfrm>
            <a:off x="87496" y="514525"/>
            <a:ext cx="6008503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Solar Panels (portable folding 400W panel)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Battery - store electricity - A Watt Cycle 280Ah LiFePO4 "smart" battery (features Bluetooth connectivity for app-based monitoring) 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Charge Controller - regulates the variable electricity coming from the panels, converting it into a constant, safe voltage to prevent damage to the battery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Use extension cables with MC4 connectors to link the solar panels to the charge controller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A terminal fuse for the battery connection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Crimping Tool - for attaching ring terminals to wires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=tXHKtBk9IE0 </a:t>
            </a: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FB6A80-97B5-C642-4B6D-2476D5308392}"/>
              </a:ext>
            </a:extLst>
          </p:cNvPr>
          <p:cNvSpPr txBox="1"/>
          <p:nvPr/>
        </p:nvSpPr>
        <p:spPr>
          <a:xfrm>
            <a:off x="87496" y="2923618"/>
            <a:ext cx="600850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DC to 120V AC using Inverter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panels &gt; Charge Controller &gt; battery bank (48V) &gt; DC breakers/fuses &gt; bus bars to cleanly join multiple wire connections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Shunt - part of a meter system used to monitor energy flow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/>
              <a:t>Switches: Used to safely isolate different parts of the system (e.g., between panels and charge controller) </a:t>
            </a:r>
          </a:p>
          <a:p>
            <a:pPr marL="125413" indent="-125413"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</a:t>
            </a:r>
            <a:r>
              <a:rPr lang="en-US" sz="1400" dirty="0" err="1">
                <a:hlinkClick r:id="rId3"/>
              </a:rPr>
              <a:t>www.youtube.com</a:t>
            </a:r>
            <a:r>
              <a:rPr lang="en-US" sz="1400" dirty="0">
                <a:hlinkClick r:id="rId3"/>
              </a:rPr>
              <a:t>/</a:t>
            </a:r>
            <a:r>
              <a:rPr lang="en-US" sz="1400" dirty="0" err="1">
                <a:hlinkClick r:id="rId3"/>
              </a:rPr>
              <a:t>watch?v</a:t>
            </a:r>
            <a:r>
              <a:rPr lang="en-US" sz="1400" dirty="0">
                <a:hlinkClick r:id="rId3"/>
              </a:rPr>
              <a:t>=w4s-oE-VQwg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25560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1564</TotalTime>
  <Words>178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109</cp:revision>
  <dcterms:created xsi:type="dcterms:W3CDTF">2022-05-02T00:38:22Z</dcterms:created>
  <dcterms:modified xsi:type="dcterms:W3CDTF">2026-05-31T03:41:49Z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2022-05-02T00:38:23Z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24169d7b-7067-4cc0-93f0-4d109a136a7c</vt:lpwstr>
  </property>
  <property fmtid="{D5CDD505-2E9C-101B-9397-08002B2CF9AE}" pid="8" name="MSIP_Label_4f518368-b969-4042-91d9-8939bd921da2_ContentBits">
    <vt:lpwstr>0</vt:lpwstr>
  </property>
</Properties>
</file>