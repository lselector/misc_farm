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61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73"/>
    <p:restoredTop sz="91404"/>
  </p:normalViewPr>
  <p:slideViewPr>
    <p:cSldViewPr snapToGrid="0" snapToObjects="1">
      <p:cViewPr varScale="1">
        <p:scale>
          <a:sx n="132" d="100"/>
          <a:sy n="132" d="100"/>
        </p:scale>
        <p:origin x="48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843BDE-B8C0-934E-9704-CBA3B88C1FB8}" type="datetimeFigureOut">
              <a:rPr lang="en-US" smtClean="0"/>
              <a:t>1/30/23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8B91EE-EA77-074C-ABDE-BAE6359B4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5196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8B91EE-EA77-074C-ABDE-BAE6359B4E9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382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A7E78-4330-193B-B423-8314C6762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80FDA-9F58-7E15-C3A0-BCA67A1B6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D1846-5607-2F80-FE77-B45D1134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1/30/23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9EC29-87F8-BE2D-794A-6DA472257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40454-B433-410E-0FF8-FC352828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08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760B-86A2-A753-7B95-0F58C129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6CB2F-877F-D8BF-FD37-54A9FCD9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B5966-DCE9-9278-FC75-7505EFC82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1/30/23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C6C7F-3558-A2B7-B9CB-C865542E0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3B692-9BC3-C542-CF13-B75CF481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29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201A7-590C-E867-7D0C-AE29A5E7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89C844-B762-199D-E840-4432CFA9E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F83D9-6582-F301-0C23-DFC255494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1/30/23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132C-12F6-FB49-15E9-71DC67F2F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5F5A6-E475-572D-EB19-BDCB29C26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41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E54A-D232-E13B-03B8-197985E46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5FE80-6415-A129-A133-13F4E69631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34163-2BC5-67B8-C044-B2B91150F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24A9F-6EBE-F2FD-B790-457A880F4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1/30/23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65A11-D3B2-DAF0-6C96-3A013B4B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48667-6987-698C-D3F8-33E4C2F4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3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9EB9B-3B5A-BAA4-1104-35CFEE51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6AF77-D30B-078E-7377-864E20041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3BB66-8448-BDCE-8885-0DCCD1D2F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C4BBBE-287A-8A3C-D9AC-73777D133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C8599-617C-397F-DC3D-826467ADF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5D750-7437-B1AA-EDBA-8CE16147A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1/30/23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E2CB5-60FB-BFE3-7C57-6D71206F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E5366-9BBC-DD63-6667-F2ABAD0CF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03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02E0-2360-8A3B-C660-0EEE2283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761752-B6B9-B0D3-79D0-BA63B329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1/30/23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49FDB9-28AA-E5EE-0E6F-1C870983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A72C3-CCD3-E994-0553-1649E7C05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06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7FBEF-93F3-4398-ABDE-E19A2BE6E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1/30/23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24BDFD-B5CF-6FE3-E5D7-46013C29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95C03-7815-0295-8D6D-6E94DCC4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29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60438-A2C9-EC42-359F-79480BBF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AC04E-128D-0581-C7DA-E12F971BB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57F62C-C89B-1A1C-EE71-DFB3CCC88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E8FE63-1511-35E5-E243-54A541D53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1/30/23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8C57B-944F-63EC-027D-0775FFD3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B95C2-F629-DCC1-1A34-EFD210A3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87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C171-16B5-30EF-DF6B-EA8297BF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EC62FB-CB34-C301-34F2-0BC3B063A2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4D87E-859D-4374-028E-34A7E0967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0E7CC-E810-603C-A310-365D6E2E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1/30/23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11FA3-03C6-243F-1B00-D8C263B8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7B7296-43FF-9B1B-273A-D8A59A1AF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987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347D-D077-DA5B-BCBF-255D910F8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D969ED-67C2-311E-252D-6A110850A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0FBA1-3C89-EC11-74D4-20B92AAFD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1/30/23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745B-5BAE-F9D3-47E4-0138D1CEA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30326-C5CD-0886-9BE9-A7F7DB74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0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D2BAD8-9CAB-A380-AAC3-A59F3A325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D29A6E-D831-F47F-A2AE-F6E1AFD2D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F4713-8CBC-B5EB-3BDB-7F46E4C81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1/30/23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14CE-5D3F-6AF3-1B95-C1BCD7CE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4F38C-1773-F5A8-9806-A23E993F7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2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680EF-BCA9-239E-5CBB-C870C41B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FCFB0-9A1E-EE20-9776-1EF4CAC7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C2FEA-8E7F-70CC-474B-CC138894A0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91023-0B0A-7041-9F06-D25A50EF063B}" type="datetimeFigureOut">
              <a:t>1/30/23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68BAB-55F6-6894-580A-32AFD578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BF367-BF67-C7BE-7EC4-9DB85C434E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163547-3461-AE07-C75E-7594C61EA810}"/>
              </a:ext>
            </a:extLst>
          </p:cNvPr>
          <p:cNvSpPr txBox="1"/>
          <p:nvPr/>
        </p:nvSpPr>
        <p:spPr>
          <a:xfrm>
            <a:off x="0" y="9719"/>
            <a:ext cx="35705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i="0" dirty="0">
                <a:solidFill>
                  <a:srgbClr val="0F1111"/>
                </a:solidFill>
                <a:effectLst/>
              </a:rPr>
              <a:t>Bathroom Faucets</a:t>
            </a:r>
            <a:endParaRPr lang="en-US" sz="2800" b="1" dirty="0">
              <a:solidFill>
                <a:srgbClr val="00B0F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0457ED-367C-2519-205E-C2C78848F565}"/>
              </a:ext>
            </a:extLst>
          </p:cNvPr>
          <p:cNvSpPr txBox="1"/>
          <p:nvPr/>
        </p:nvSpPr>
        <p:spPr>
          <a:xfrm>
            <a:off x="655064" y="2223407"/>
            <a:ext cx="1676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Cross Handle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ED4BA7B-7061-5CF7-31D9-859FAA3857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565" y="865414"/>
            <a:ext cx="2665399" cy="122464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8332DC-A3D1-2F7F-7F94-BFC7E55467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389" y="3429000"/>
            <a:ext cx="2571750" cy="177165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87F3AFF-9913-1172-2528-5F3B156BD670}"/>
              </a:ext>
            </a:extLst>
          </p:cNvPr>
          <p:cNvSpPr txBox="1"/>
          <p:nvPr/>
        </p:nvSpPr>
        <p:spPr>
          <a:xfrm>
            <a:off x="0" y="3716238"/>
            <a:ext cx="13008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Lever Handle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F57C4FD-A26F-C69A-3792-61961DC5F8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0514" y="3671639"/>
            <a:ext cx="3210379" cy="166236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4012B31-4528-BF38-8CFC-F6101DDF82D0}"/>
              </a:ext>
            </a:extLst>
          </p:cNvPr>
          <p:cNvSpPr txBox="1"/>
          <p:nvPr/>
        </p:nvSpPr>
        <p:spPr>
          <a:xfrm>
            <a:off x="795346" y="5285664"/>
            <a:ext cx="16764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Central piece</a:t>
            </a:r>
          </a:p>
          <a:p>
            <a:r>
              <a:rPr lang="en-US" sz="1400" dirty="0"/>
              <a:t>4", 3-hole</a:t>
            </a:r>
          </a:p>
          <a:p>
            <a:r>
              <a:rPr lang="en-US" sz="1400" b="0" i="0" dirty="0">
                <a:solidFill>
                  <a:srgbClr val="0F1111"/>
                </a:solidFill>
                <a:effectLst/>
              </a:rPr>
              <a:t>Swivel Spout</a:t>
            </a:r>
            <a:r>
              <a:rPr lang="en-US" sz="1400" dirty="0"/>
              <a:t>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807E19-F0A0-7833-E6FD-C5C6946DBDC0}"/>
              </a:ext>
            </a:extLst>
          </p:cNvPr>
          <p:cNvSpPr txBox="1"/>
          <p:nvPr/>
        </p:nvSpPr>
        <p:spPr>
          <a:xfrm>
            <a:off x="4620013" y="5450765"/>
            <a:ext cx="13380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Wide Spread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A6EBBF4-524F-D63E-CD0E-43E9151A45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1939" y="521563"/>
            <a:ext cx="714826" cy="202959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21A7E65C-3609-C38A-8FC3-3097E31D8820}"/>
              </a:ext>
            </a:extLst>
          </p:cNvPr>
          <p:cNvSpPr txBox="1"/>
          <p:nvPr/>
        </p:nvSpPr>
        <p:spPr>
          <a:xfrm>
            <a:off x="8446117" y="2575035"/>
            <a:ext cx="12548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Drain Stopper</a:t>
            </a:r>
          </a:p>
          <a:p>
            <a:r>
              <a:rPr lang="en-US" sz="1400" dirty="0"/>
              <a:t>with overflow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8DDD83A-8612-D09E-6F06-C989BF64FD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85344" y="680860"/>
            <a:ext cx="888667" cy="1761408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F9FF40F0-3BBE-1BF8-8511-947AA75D9402}"/>
              </a:ext>
            </a:extLst>
          </p:cNvPr>
          <p:cNvSpPr txBox="1"/>
          <p:nvPr/>
        </p:nvSpPr>
        <p:spPr>
          <a:xfrm>
            <a:off x="10332669" y="2623161"/>
            <a:ext cx="125483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pop-up drain stopper</a:t>
            </a:r>
          </a:p>
          <a:p>
            <a:r>
              <a:rPr lang="en-US" sz="1400" dirty="0"/>
              <a:t>with overflow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7E4BE17A-97E0-8D13-C2A4-F1710C0701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29565" y="3429000"/>
            <a:ext cx="2022961" cy="1502490"/>
          </a:xfrm>
          <a:prstGeom prst="rect">
            <a:avLst/>
          </a:prstGeom>
        </p:spPr>
      </p:pic>
      <p:sp>
        <p:nvSpPr>
          <p:cNvPr id="28" name="Down Arrow 27">
            <a:extLst>
              <a:ext uri="{FF2B5EF4-FFF2-40B4-BE49-F238E27FC236}">
                <a16:creationId xmlns:a16="http://schemas.microsoft.com/office/drawing/2014/main" id="{37617247-FEB9-5F12-C46B-E1E784E9A300}"/>
              </a:ext>
            </a:extLst>
          </p:cNvPr>
          <p:cNvSpPr/>
          <p:nvPr/>
        </p:nvSpPr>
        <p:spPr>
          <a:xfrm>
            <a:off x="10680000" y="3356559"/>
            <a:ext cx="211121" cy="64755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Down Arrow 28">
            <a:extLst>
              <a:ext uri="{FF2B5EF4-FFF2-40B4-BE49-F238E27FC236}">
                <a16:creationId xmlns:a16="http://schemas.microsoft.com/office/drawing/2014/main" id="{E8B42205-0D88-B839-14F2-91B2D3825DC0}"/>
              </a:ext>
            </a:extLst>
          </p:cNvPr>
          <p:cNvSpPr/>
          <p:nvPr/>
        </p:nvSpPr>
        <p:spPr>
          <a:xfrm rot="10800000" flipH="1">
            <a:off x="10704505" y="2233062"/>
            <a:ext cx="186616" cy="40934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619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513</TotalTime>
  <Words>25</Words>
  <Application>Microsoft Macintosh PowerPoint</Application>
  <PresentationFormat>Widescreen</PresentationFormat>
  <Paragraphs>12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50</cp:revision>
  <dcterms:created xsi:type="dcterms:W3CDTF">2022-06-02T16:58:09Z</dcterms:created>
  <dcterms:modified xsi:type="dcterms:W3CDTF">2023-01-31T01:27:26Z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2022-06-02T16:58:10Z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93134c22-9ab4-41e7-a5b4-b1f73aac775b</vt:lpwstr>
  </property>
  <property fmtid="{D5CDD505-2E9C-101B-9397-08002B2CF9AE}" pid="8" name="MSIP_Label_4f518368-b969-4042-91d9-8939bd921da2_ContentBits">
    <vt:lpwstr>0</vt:lpwstr>
  </property>
</Properties>
</file>