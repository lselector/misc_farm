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69" r:id="rId6"/>
    <p:sldId id="261" r:id="rId7"/>
    <p:sldId id="268" r:id="rId8"/>
    <p:sldId id="267" r:id="rId9"/>
    <p:sldId id="265" r:id="rId10"/>
    <p:sldId id="26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8730"/>
    <p:restoredTop sz="92784"/>
  </p:normalViewPr>
  <p:slideViewPr>
    <p:cSldViewPr snapToGrid="0" snapToObjects="1">
      <p:cViewPr varScale="1">
        <p:scale>
          <a:sx n="75" d="100"/>
          <a:sy n="75" d="100"/>
        </p:scale>
        <p:origin x="184"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2/21/26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2/21/26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2/21/26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2/21/26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2/21/26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2/21/26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2/21/26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19.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gif"/><Relationship Id="rId4" Type="http://schemas.openxmlformats.org/officeDocument/2006/relationships/hyperlink" Target="https://keenovo.store/products/keenovo-silicone-heating-pad-wvo-svo-fuel-filter-diesel-heater-nos-bottle-heater"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jpeg"/><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3539430"/>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Chute Actuator (up/down);Chute Rotator (more turning);</a:t>
            </a:r>
          </a:p>
          <a:p>
            <a:r>
              <a:rPr lang="en-US" sz="1400" dirty="0"/>
              <a:t>Enclosed Chain for impeller; Rubber extensions for impeller; </a:t>
            </a:r>
          </a:p>
          <a:p>
            <a:r>
              <a:rPr lang="en-US" sz="1400" dirty="0"/>
              <a:t>Seat Cover; Seat Heaters; Heated Vest Plug; Steering Wheel Ball (spinner);</a:t>
            </a:r>
          </a:p>
          <a:p>
            <a:r>
              <a:rPr lang="en-US" sz="1400" dirty="0"/>
              <a:t>LED Headlights; LED Rear Lights; Dash Light; </a:t>
            </a:r>
          </a:p>
          <a:p>
            <a:r>
              <a:rPr lang="en-US" sz="1400" dirty="0"/>
              <a:t>Custom Relay for Chute Switch</a:t>
            </a:r>
          </a:p>
          <a:p>
            <a:r>
              <a:rPr lang="en-US" sz="1400" dirty="0"/>
              <a:t>Throttle Spring to throttle lever to prevent it from backing down</a:t>
            </a:r>
          </a:p>
          <a:p>
            <a:r>
              <a:rPr lang="en-US" sz="1400" dirty="0"/>
              <a:t>Hazard Lights; Pattern-Changing Hazard Switch; USB Output &amp; Voltmeter showing battery voltage; Toolbox Handle; 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648698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1362</TotalTime>
  <Words>2087</Words>
  <Application>Microsoft Macintosh PowerPoint</Application>
  <PresentationFormat>Widescreen</PresentationFormat>
  <Paragraphs>168</Paragraphs>
  <Slides>10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103</cp:revision>
  <dcterms:created xsi:type="dcterms:W3CDTF">2022-05-02T00:38:22Z</dcterms:created>
  <dcterms:modified xsi:type="dcterms:W3CDTF">2026-02-22T00:23:15Z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