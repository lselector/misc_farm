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3"/>
    <p:restoredTop sz="93550"/>
  </p:normalViewPr>
  <p:slideViewPr>
    <p:cSldViewPr snapToGrid="0" snapToObjects="1">
      <p:cViewPr varScale="1">
        <p:scale>
          <a:sx n="128" d="100"/>
          <a:sy n="128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7/6/22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7/6/22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7/6/22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7/6/22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7/6/22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7/6/22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7/6/22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7/6/22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7/6/22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7/6/22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7/6/22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7/6/22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B310C2-CE44-BD76-D583-B4E3D7BDFA4A}"/>
              </a:ext>
            </a:extLst>
          </p:cNvPr>
          <p:cNvSpPr txBox="1"/>
          <p:nvPr/>
        </p:nvSpPr>
        <p:spPr>
          <a:xfrm>
            <a:off x="0" y="0"/>
            <a:ext cx="3379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Oil - 550 Gallon Tank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EB734-25C1-5F8A-526D-3CB1B8DD47B1}"/>
              </a:ext>
            </a:extLst>
          </p:cNvPr>
          <p:cNvSpPr txBox="1"/>
          <p:nvPr/>
        </p:nvSpPr>
        <p:spPr>
          <a:xfrm>
            <a:off x="121479" y="523220"/>
            <a:ext cx="3136346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>
                <a:effectLst/>
              </a:rPr>
              <a:t>Delaware Valley Oil</a:t>
            </a:r>
          </a:p>
          <a:p>
            <a:r>
              <a:rPr lang="en-US" sz="1400">
                <a:effectLst/>
              </a:rPr>
              <a:t>http://dvoil.com</a:t>
            </a:r>
          </a:p>
          <a:p>
            <a:r>
              <a:rPr lang="en-US" sz="1400"/>
              <a:t>Phone (845)-887-6090</a:t>
            </a:r>
            <a:r>
              <a:rPr lang="en-US" sz="1400">
                <a:effectLst/>
              </a:rPr>
              <a:t> </a:t>
            </a:r>
          </a:p>
          <a:p>
            <a:r>
              <a:rPr lang="en-US" sz="1400"/>
              <a:t>Office: M-F 8am-4pm</a:t>
            </a:r>
          </a:p>
          <a:p>
            <a:r>
              <a:rPr lang="en-US" sz="1400"/>
              <a:t>3 Bridge Street, Callicoon, NY 12723</a:t>
            </a:r>
            <a:endParaRPr lang="en-US" sz="1400">
              <a:effectLst/>
            </a:endParaRPr>
          </a:p>
          <a:p>
            <a:r>
              <a:rPr lang="en-US" sz="1400">
                <a:effectLst/>
              </a:rPr>
              <a:t>P.O. Box 838 Callicoon NY 12723 </a:t>
            </a:r>
          </a:p>
          <a:p>
            <a:r>
              <a:rPr lang="en-US" sz="1400">
                <a:effectLst/>
              </a:rPr>
              <a:t>Email delawarevalleyoilllc@yahoo.com</a:t>
            </a:r>
          </a:p>
          <a:p>
            <a:r>
              <a:rPr lang="en-US" sz="1400"/>
              <a:t>Email: LeanaStanton@aol.com</a:t>
            </a:r>
          </a:p>
          <a:p>
            <a:r>
              <a:rPr lang="en-US" sz="1400"/>
              <a:t>Owner: Casey Milk</a:t>
            </a:r>
          </a:p>
          <a:p>
            <a:r>
              <a:rPr lang="en-US" sz="1400"/>
              <a:t>Truck driver: Larry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380C0D2-5EC1-261F-5C36-7F5DC3A1C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1479" y="3475059"/>
            <a:ext cx="4329202" cy="324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D07B3C3-577B-7DF5-D1B2-3E853D536AE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3111" y="136039"/>
            <a:ext cx="7295322" cy="65859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C4B971-B9D5-8899-CCF0-429268F160B7}"/>
              </a:ext>
            </a:extLst>
          </p:cNvPr>
          <p:cNvSpPr txBox="1"/>
          <p:nvPr/>
        </p:nvSpPr>
        <p:spPr>
          <a:xfrm>
            <a:off x="3562625" y="136039"/>
            <a:ext cx="1069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Service?</a:t>
            </a:r>
          </a:p>
          <a:p>
            <a:r>
              <a:rPr lang="en-US" sz="1400" b="1">
                <a:solidFill>
                  <a:srgbClr val="FF0000"/>
                </a:solidFill>
              </a:rPr>
              <a:t>Cleaning?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B8586B-655B-3796-8623-5D607AE246AD}"/>
              </a:ext>
            </a:extLst>
          </p:cNvPr>
          <p:cNvSpPr txBox="1"/>
          <p:nvPr/>
        </p:nvSpPr>
        <p:spPr>
          <a:xfrm>
            <a:off x="3424962" y="659259"/>
            <a:ext cx="1214944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Brian</a:t>
            </a:r>
          </a:p>
          <a:p>
            <a:r>
              <a:rPr lang="en-US" sz="1400"/>
              <a:t>845-645-9403</a:t>
            </a:r>
          </a:p>
          <a:p>
            <a:r>
              <a:rPr lang="en-US" sz="1400"/>
              <a:t>Plumber</a:t>
            </a:r>
          </a:p>
          <a:p>
            <a:r>
              <a:rPr lang="en-US" sz="1400"/>
              <a:t>(Boiler/Filter mainenance)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3C9F0-2CB3-6295-6E05-74493BFB9A49}"/>
              </a:ext>
            </a:extLst>
          </p:cNvPr>
          <p:cNvSpPr txBox="1"/>
          <p:nvPr/>
        </p:nvSpPr>
        <p:spPr>
          <a:xfrm>
            <a:off x="121479" y="2814746"/>
            <a:ext cx="2573059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2022-07-06: 150 gal ($5.79/gal)</a:t>
            </a:r>
          </a:p>
        </p:txBody>
      </p:sp>
    </p:spTree>
    <p:extLst>
      <p:ext uri="{BB962C8B-B14F-4D97-AF65-F5344CB8AC3E}">
        <p14:creationId xmlns:p14="http://schemas.microsoft.com/office/powerpoint/2010/main" val="3288051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5C4817-1B99-1886-CB96-82198EC4192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7675" y="293204"/>
            <a:ext cx="4117544" cy="62715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2BDA22-1CF5-4702-BFE5-F7D07661CB04}"/>
              </a:ext>
            </a:extLst>
          </p:cNvPr>
          <p:cNvSpPr txBox="1"/>
          <p:nvPr/>
        </p:nvSpPr>
        <p:spPr>
          <a:xfrm>
            <a:off x="268357" y="427382"/>
            <a:ext cx="24549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550 gal Steel Tank</a:t>
            </a:r>
          </a:p>
          <a:p>
            <a:endParaRPr lang="en-US"/>
          </a:p>
          <a:p>
            <a:r>
              <a:rPr lang="en-US"/>
              <a:t>Diameter: 48" (depth)</a:t>
            </a:r>
          </a:p>
        </p:txBody>
      </p:sp>
    </p:spTree>
    <p:extLst>
      <p:ext uri="{BB962C8B-B14F-4D97-AF65-F5344CB8AC3E}">
        <p14:creationId xmlns:p14="http://schemas.microsoft.com/office/powerpoint/2010/main" val="76444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93</Words>
  <Application>Microsoft Macintosh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16</cp:revision>
  <dcterms:created xsi:type="dcterms:W3CDTF">2022-06-02T16:58:09Z</dcterms:created>
  <dcterms:modified xsi:type="dcterms:W3CDTF">2022-07-06T17:36:14Z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